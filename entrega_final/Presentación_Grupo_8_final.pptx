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0" r:id="rId11"/>
    <p:sldId id="271" r:id="rId12"/>
    <p:sldId id="272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6BA3E-B8FD-4D3C-8344-62798B5A5A49}" v="214" dt="2026-06-09T22:42:47.663"/>
    <p1510:client id="{1C3A0579-0984-4810-A031-55313A882CA2}" v="165" dt="2026-06-09T22:41:49.480"/>
    <p1510:client id="{E505D5D0-116A-47F8-B7A5-1B6ECF200F8D}" v="36" dt="2026-06-09T22:41:12.129"/>
    <p1510:client id="{FC4FED79-2097-40E8-A446-2531F6C366D1}" v="69" dt="2026-06-09T22:33:12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customXml" Target="../customXml/item1.xml"/><Relationship Id="rId25" Type="http://schemas.openxmlformats.org/officeDocument/2006/relationships/customXml" Target="../customXml/item2.xml"/><Relationship Id="rId26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er Alonso Zapata Chaverra" userId="77cbbaeb-7366-44a7-b801-d93d86417b48" providerId="ADAL" clId="{CEB61866-C5AE-49AF-B036-53091AD2B583}"/>
    <pc:docChg chg="undo custSel modSld">
      <pc:chgData name="Heider Alonso Zapata Chaverra" userId="77cbbaeb-7366-44a7-b801-d93d86417b48" providerId="ADAL" clId="{CEB61866-C5AE-49AF-B036-53091AD2B583}" dt="2026-06-09T22:41:12.129" v="35" actId="478"/>
      <pc:docMkLst>
        <pc:docMk/>
      </pc:docMkLst>
      <pc:sldChg chg="addSp delSp mod">
        <pc:chgData name="Heider Alonso Zapata Chaverra" userId="77cbbaeb-7366-44a7-b801-d93d86417b48" providerId="ADAL" clId="{CEB61866-C5AE-49AF-B036-53091AD2B583}" dt="2026-06-09T22:41:12.129" v="35" actId="478"/>
        <pc:sldMkLst>
          <pc:docMk/>
          <pc:sldMk cId="0" sldId="256"/>
        </pc:sldMkLst>
        <pc:spChg chg="add del">
          <ac:chgData name="Heider Alonso Zapata Chaverra" userId="77cbbaeb-7366-44a7-b801-d93d86417b48" providerId="ADAL" clId="{CEB61866-C5AE-49AF-B036-53091AD2B583}" dt="2026-06-09T22:41:05.221" v="33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Heider Alonso Zapata Chaverra" userId="77cbbaeb-7366-44a7-b801-d93d86417b48" providerId="ADAL" clId="{CEB61866-C5AE-49AF-B036-53091AD2B583}" dt="2026-06-09T22:41:07.261" v="34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Heider Alonso Zapata Chaverra" userId="77cbbaeb-7366-44a7-b801-d93d86417b48" providerId="ADAL" clId="{CEB61866-C5AE-49AF-B036-53091AD2B583}" dt="2026-06-09T22:41:12.129" v="35" actId="478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Heider Alonso Zapata Chaverra" userId="77cbbaeb-7366-44a7-b801-d93d86417b48" providerId="ADAL" clId="{CEB61866-C5AE-49AF-B036-53091AD2B583}" dt="2026-06-09T22:32:30.820" v="28" actId="1076"/>
        <pc:sldMkLst>
          <pc:docMk/>
          <pc:sldMk cId="0" sldId="258"/>
        </pc:sldMkLst>
        <pc:spChg chg="mod">
          <ac:chgData name="Heider Alonso Zapata Chaverra" userId="77cbbaeb-7366-44a7-b801-d93d86417b48" providerId="ADAL" clId="{CEB61866-C5AE-49AF-B036-53091AD2B583}" dt="2026-06-09T22:32:30.820" v="28" actId="1076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Heider Alonso Zapata Chaverra" userId="77cbbaeb-7366-44a7-b801-d93d86417b48" providerId="ADAL" clId="{CEB61866-C5AE-49AF-B036-53091AD2B583}" dt="2026-06-09T22:30:53.035" v="24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Heider Alonso Zapata Chaverra" userId="77cbbaeb-7366-44a7-b801-d93d86417b48" providerId="ADAL" clId="{CEB61866-C5AE-49AF-B036-53091AD2B583}" dt="2026-06-09T22:30:08.723" v="15" actId="478"/>
          <ac:spMkLst>
            <pc:docMk/>
            <pc:sldMk cId="0" sldId="258"/>
            <ac:spMk id="6" creationId="{00000000-0000-0000-0000-000000000000}"/>
          </ac:spMkLst>
        </pc:spChg>
        <pc:picChg chg="mod">
          <ac:chgData name="Heider Alonso Zapata Chaverra" userId="77cbbaeb-7366-44a7-b801-d93d86417b48" providerId="ADAL" clId="{CEB61866-C5AE-49AF-B036-53091AD2B583}" dt="2026-06-09T22:31:29.302" v="27" actId="1076"/>
          <ac:picMkLst>
            <pc:docMk/>
            <pc:sldMk cId="0" sldId="258"/>
            <ac:picMk id="10" creationId="{E50FFC33-663A-121C-75E0-34CDBEEC1BF6}"/>
          </ac:picMkLst>
        </pc:picChg>
      </pc:sldChg>
      <pc:sldChg chg="addSp delSp modSp mod">
        <pc:chgData name="Heider Alonso Zapata Chaverra" userId="77cbbaeb-7366-44a7-b801-d93d86417b48" providerId="ADAL" clId="{CEB61866-C5AE-49AF-B036-53091AD2B583}" dt="2026-06-09T22:32:45.668" v="30" actId="1076"/>
        <pc:sldMkLst>
          <pc:docMk/>
          <pc:sldMk cId="0" sldId="259"/>
        </pc:sldMkLst>
        <pc:spChg chg="mod">
          <ac:chgData name="Heider Alonso Zapata Chaverra" userId="77cbbaeb-7366-44a7-b801-d93d86417b48" providerId="ADAL" clId="{CEB61866-C5AE-49AF-B036-53091AD2B583}" dt="2026-06-09T22:32:45.668" v="3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Heider Alonso Zapata Chaverra" userId="77cbbaeb-7366-44a7-b801-d93d86417b48" providerId="ADAL" clId="{CEB61866-C5AE-49AF-B036-53091AD2B583}" dt="2026-06-09T22:27:48.384" v="7" actId="21"/>
          <ac:spMkLst>
            <pc:docMk/>
            <pc:sldMk cId="0" sldId="259"/>
            <ac:spMk id="5" creationId="{00000000-0000-0000-0000-000000000000}"/>
          </ac:spMkLst>
        </pc:spChg>
        <pc:spChg chg="del">
          <ac:chgData name="Heider Alonso Zapata Chaverra" userId="77cbbaeb-7366-44a7-b801-d93d86417b48" providerId="ADAL" clId="{CEB61866-C5AE-49AF-B036-53091AD2B583}" dt="2026-06-09T22:30:14.087" v="16" actId="478"/>
          <ac:spMkLst>
            <pc:docMk/>
            <pc:sldMk cId="0" sldId="259"/>
            <ac:spMk id="6" creationId="{00000000-0000-0000-0000-000000000000}"/>
          </ac:spMkLst>
        </pc:spChg>
        <pc:picChg chg="add mod">
          <ac:chgData name="Heider Alonso Zapata Chaverra" userId="77cbbaeb-7366-44a7-b801-d93d86417b48" providerId="ADAL" clId="{CEB61866-C5AE-49AF-B036-53091AD2B583}" dt="2026-06-09T22:32:38.351" v="29" actId="14100"/>
          <ac:picMkLst>
            <pc:docMk/>
            <pc:sldMk cId="0" sldId="259"/>
            <ac:picMk id="11" creationId="{ED4E4EFA-C5DE-9C19-56D2-D51138AD50B4}"/>
          </ac:picMkLst>
        </pc:picChg>
      </pc:sldChg>
    </pc:docChg>
  </pc:docChgLst>
  <pc:docChgLst>
    <pc:chgData name="Yeison Dario Londoño Quiceno" userId="495f9a79-8e91-4830-ba6b-f03450aab67e" providerId="ADAL" clId="{3FA0EA80-4DE3-4ADA-B91C-1BDD5E492BA4}"/>
    <pc:docChg chg="undo custSel addSld delSld modSld">
      <pc:chgData name="Yeison Dario Londoño Quiceno" userId="495f9a79-8e91-4830-ba6b-f03450aab67e" providerId="ADAL" clId="{3FA0EA80-4DE3-4ADA-B91C-1BDD5E492BA4}" dt="2026-06-09T22:41:49.480" v="164" actId="20577"/>
      <pc:docMkLst>
        <pc:docMk/>
      </pc:docMkLst>
      <pc:sldChg chg="addSp modSp add mod setBg">
        <pc:chgData name="Yeison Dario Londoño Quiceno" userId="495f9a79-8e91-4830-ba6b-f03450aab67e" providerId="ADAL" clId="{3FA0EA80-4DE3-4ADA-B91C-1BDD5E492BA4}" dt="2026-06-09T22:41:49.480" v="164" actId="20577"/>
        <pc:sldMkLst>
          <pc:docMk/>
          <pc:sldMk cId="0" sldId="271"/>
        </pc:sldMkLst>
        <pc:spChg chg="mod">
          <ac:chgData name="Yeison Dario Londoño Quiceno" userId="495f9a79-8e91-4830-ba6b-f03450aab67e" providerId="ADAL" clId="{3FA0EA80-4DE3-4ADA-B91C-1BDD5E492BA4}" dt="2026-06-09T22:40:16.814" v="12" actId="122"/>
          <ac:spMkLst>
            <pc:docMk/>
            <pc:sldMk cId="0" sldId="271"/>
            <ac:spMk id="15" creationId="{00000000-0000-0000-0000-000000000000}"/>
          </ac:spMkLst>
        </pc:spChg>
        <pc:spChg chg="add mod">
          <ac:chgData name="Yeison Dario Londoño Quiceno" userId="495f9a79-8e91-4830-ba6b-f03450aab67e" providerId="ADAL" clId="{3FA0EA80-4DE3-4ADA-B91C-1BDD5E492BA4}" dt="2026-06-09T22:41:00.386" v="50" actId="1036"/>
          <ac:spMkLst>
            <pc:docMk/>
            <pc:sldMk cId="0" sldId="271"/>
            <ac:spMk id="16" creationId="{B2F91690-9699-6BDE-E0C6-EF94CCF1B3B4}"/>
          </ac:spMkLst>
        </pc:spChg>
        <pc:spChg chg="add mod">
          <ac:chgData name="Yeison Dario Londoño Quiceno" userId="495f9a79-8e91-4830-ba6b-f03450aab67e" providerId="ADAL" clId="{3FA0EA80-4DE3-4ADA-B91C-1BDD5E492BA4}" dt="2026-06-09T22:41:10.912" v="135" actId="1036"/>
          <ac:spMkLst>
            <pc:docMk/>
            <pc:sldMk cId="0" sldId="271"/>
            <ac:spMk id="17" creationId="{815446A6-EC27-5DA5-83B0-62E4ACF51C84}"/>
          </ac:spMkLst>
        </pc:spChg>
        <pc:spChg chg="add mod">
          <ac:chgData name="Yeison Dario Londoño Quiceno" userId="495f9a79-8e91-4830-ba6b-f03450aab67e" providerId="ADAL" clId="{3FA0EA80-4DE3-4ADA-B91C-1BDD5E492BA4}" dt="2026-06-09T22:41:49.480" v="164" actId="20577"/>
          <ac:spMkLst>
            <pc:docMk/>
            <pc:sldMk cId="0" sldId="271"/>
            <ac:spMk id="18" creationId="{9EBE6890-FD42-1AC0-CDB1-54223042CED7}"/>
          </ac:spMkLst>
        </pc:spChg>
        <pc:picChg chg="mod">
          <ac:chgData name="Yeison Dario Londoño Quiceno" userId="495f9a79-8e91-4830-ba6b-f03450aab67e" providerId="ADAL" clId="{3FA0EA80-4DE3-4ADA-B91C-1BDD5E492BA4}" dt="2026-06-09T22:41:21.801" v="139" actId="1076"/>
          <ac:picMkLst>
            <pc:docMk/>
            <pc:sldMk cId="0" sldId="271"/>
            <ac:picMk id="12" creationId="{00000000-0000-0000-0000-000000000000}"/>
          </ac:picMkLst>
        </pc:picChg>
      </pc:sldChg>
      <pc:sldChg chg="add del setBg">
        <pc:chgData name="Yeison Dario Londoño Quiceno" userId="495f9a79-8e91-4830-ba6b-f03450aab67e" providerId="ADAL" clId="{3FA0EA80-4DE3-4ADA-B91C-1BDD5E492BA4}" dt="2026-06-09T22:38:31.287" v="1"/>
        <pc:sldMkLst>
          <pc:docMk/>
          <pc:sldMk cId="648262027" sldId="271"/>
        </pc:sldMkLst>
      </pc:sldChg>
      <pc:sldChg chg="add del">
        <pc:chgData name="Yeison Dario Londoño Quiceno" userId="495f9a79-8e91-4830-ba6b-f03450aab67e" providerId="ADAL" clId="{3FA0EA80-4DE3-4ADA-B91C-1BDD5E492BA4}" dt="2026-06-09T22:38:55.537" v="7"/>
        <pc:sldMkLst>
          <pc:docMk/>
          <pc:sldMk cId="1636641747" sldId="271"/>
        </pc:sldMkLst>
      </pc:sldChg>
      <pc:sldChg chg="add del setBg">
        <pc:chgData name="Yeison Dario Londoño Quiceno" userId="495f9a79-8e91-4830-ba6b-f03450aab67e" providerId="ADAL" clId="{3FA0EA80-4DE3-4ADA-B91C-1BDD5E492BA4}" dt="2026-06-09T22:38:53.637" v="5"/>
        <pc:sldMkLst>
          <pc:docMk/>
          <pc:sldMk cId="2051072218" sldId="271"/>
        </pc:sldMkLst>
      </pc:sldChg>
      <pc:sldChg chg="add del">
        <pc:chgData name="Yeison Dario Londoño Quiceno" userId="495f9a79-8e91-4830-ba6b-f03450aab67e" providerId="ADAL" clId="{3FA0EA80-4DE3-4ADA-B91C-1BDD5E492BA4}" dt="2026-06-09T22:38:37.582" v="3"/>
        <pc:sldMkLst>
          <pc:docMk/>
          <pc:sldMk cId="2951870950" sldId="271"/>
        </pc:sldMkLst>
      </pc:sldChg>
      <pc:sldChg chg="add setBg">
        <pc:chgData name="Yeison Dario Londoño Quiceno" userId="495f9a79-8e91-4830-ba6b-f03450aab67e" providerId="ADAL" clId="{3FA0EA80-4DE3-4ADA-B91C-1BDD5E492BA4}" dt="2026-06-09T22:39:17.900" v="9"/>
        <pc:sldMkLst>
          <pc:docMk/>
          <pc:sldMk cId="0" sldId="272"/>
        </pc:sldMkLst>
      </pc:sldChg>
    </pc:docChg>
  </pc:docChgLst>
  <pc:docChgLst>
    <pc:chgData name="Kelly Andrea Enriquez Torres" userId="c0c9637b-a0dd-4d93-b0ef-5ffbdbd975ba" providerId="ADAL" clId="{96406509-0A43-495C-81E7-94A0462181AA}"/>
    <pc:docChg chg="undo custSel modSld">
      <pc:chgData name="Kelly Andrea Enriquez Torres" userId="c0c9637b-a0dd-4d93-b0ef-5ffbdbd975ba" providerId="ADAL" clId="{96406509-0A43-495C-81E7-94A0462181AA}" dt="2026-06-09T21:59:56.679" v="36" actId="1036"/>
      <pc:docMkLst>
        <pc:docMk/>
      </pc:docMkLst>
      <pc:sldChg chg="modSp mod">
        <pc:chgData name="Kelly Andrea Enriquez Torres" userId="c0c9637b-a0dd-4d93-b0ef-5ffbdbd975ba" providerId="ADAL" clId="{96406509-0A43-495C-81E7-94A0462181AA}" dt="2026-06-09T21:53:47.297" v="24" actId="14100"/>
        <pc:sldMkLst>
          <pc:docMk/>
          <pc:sldMk cId="0" sldId="257"/>
        </pc:sldMkLst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11.038" v="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47.297" v="24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35.269" v="4" actId="14100"/>
          <ac:spMkLst>
            <pc:docMk/>
            <pc:sldMk cId="0" sldId="257"/>
            <ac:spMk id="39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28.510" v="3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Kelly Andrea Enriquez Torres" userId="c0c9637b-a0dd-4d93-b0ef-5ffbdbd975ba" providerId="ADAL" clId="{96406509-0A43-495C-81E7-94A0462181AA}" dt="2026-06-09T21:53:28.510" v="3" actId="1076"/>
          <ac:spMkLst>
            <pc:docMk/>
            <pc:sldMk cId="0" sldId="257"/>
            <ac:spMk id="41" creationId="{00000000-0000-0000-0000-000000000000}"/>
          </ac:spMkLst>
        </pc:spChg>
      </pc:sldChg>
      <pc:sldChg chg="addSp delSp modSp mod">
        <pc:chgData name="Kelly Andrea Enriquez Torres" userId="c0c9637b-a0dd-4d93-b0ef-5ffbdbd975ba" providerId="ADAL" clId="{96406509-0A43-495C-81E7-94A0462181AA}" dt="2026-06-09T21:59:56.679" v="36" actId="1036"/>
        <pc:sldMkLst>
          <pc:docMk/>
          <pc:sldMk cId="0" sldId="260"/>
        </pc:sldMkLst>
        <pc:spChg chg="del">
          <ac:chgData name="Kelly Andrea Enriquez Torres" userId="c0c9637b-a0dd-4d93-b0ef-5ffbdbd975ba" providerId="ADAL" clId="{96406509-0A43-495C-81E7-94A0462181AA}" dt="2026-06-09T21:58:53.500" v="31" actId="478"/>
          <ac:spMkLst>
            <pc:docMk/>
            <pc:sldMk cId="0" sldId="260"/>
            <ac:spMk id="5" creationId="{00000000-0000-0000-0000-000000000000}"/>
          </ac:spMkLst>
        </pc:spChg>
        <pc:picChg chg="add del">
          <ac:chgData name="Kelly Andrea Enriquez Torres" userId="c0c9637b-a0dd-4d93-b0ef-5ffbdbd975ba" providerId="ADAL" clId="{96406509-0A43-495C-81E7-94A0462181AA}" dt="2026-06-09T21:57:46.074" v="26" actId="478"/>
          <ac:picMkLst>
            <pc:docMk/>
            <pc:sldMk cId="0" sldId="260"/>
            <ac:picMk id="25" creationId="{25B32CED-4CC6-7C03-4F5B-80D54C921BD0}"/>
          </ac:picMkLst>
        </pc:picChg>
        <pc:picChg chg="add del mod">
          <ac:chgData name="Kelly Andrea Enriquez Torres" userId="c0c9637b-a0dd-4d93-b0ef-5ffbdbd975ba" providerId="ADAL" clId="{96406509-0A43-495C-81E7-94A0462181AA}" dt="2026-06-09T21:58:23.290" v="29" actId="478"/>
          <ac:picMkLst>
            <pc:docMk/>
            <pc:sldMk cId="0" sldId="260"/>
            <ac:picMk id="27" creationId="{2200DF06-A53D-1AC8-25C3-E0209A0FD947}"/>
          </ac:picMkLst>
        </pc:picChg>
        <pc:picChg chg="add del mod">
          <ac:chgData name="Kelly Andrea Enriquez Torres" userId="c0c9637b-a0dd-4d93-b0ef-5ffbdbd975ba" providerId="ADAL" clId="{96406509-0A43-495C-81E7-94A0462181AA}" dt="2026-06-09T21:59:17.129" v="33" actId="478"/>
          <ac:picMkLst>
            <pc:docMk/>
            <pc:sldMk cId="0" sldId="260"/>
            <ac:picMk id="29" creationId="{E5CC726B-E729-15BE-70B8-F569BA8A6132}"/>
          </ac:picMkLst>
        </pc:picChg>
        <pc:picChg chg="add mod">
          <ac:chgData name="Kelly Andrea Enriquez Torres" userId="c0c9637b-a0dd-4d93-b0ef-5ffbdbd975ba" providerId="ADAL" clId="{96406509-0A43-495C-81E7-94A0462181AA}" dt="2026-06-09T21:59:56.679" v="36" actId="1036"/>
          <ac:picMkLst>
            <pc:docMk/>
            <pc:sldMk cId="0" sldId="260"/>
            <ac:picMk id="31" creationId="{38D84E2D-D3E2-1602-F027-743BF35E26EA}"/>
          </ac:picMkLst>
        </pc:picChg>
      </pc:sldChg>
    </pc:docChg>
  </pc:docChgLst>
  <pc:docChgLst>
    <pc:chgData name="Sara Martinez Rendon" userId="S::smartiner4@eafit.edu.co::ca892d63-d558-4b81-ae82-38e23b0ac98d" providerId="AD" clId="Web-{E296105F-7BF4-D073-405E-6A078108CC8B}"/>
    <pc:docChg chg="addSld delSld modSld">
      <pc:chgData name="Sara Martinez Rendon" userId="S::smartiner4@eafit.edu.co::ca892d63-d558-4b81-ae82-38e23b0ac98d" providerId="AD" clId="Web-{E296105F-7BF4-D073-405E-6A078108CC8B}" dt="2026-06-09T22:33:12.684" v="67" actId="20577"/>
      <pc:docMkLst>
        <pc:docMk/>
      </pc:docMkLst>
      <pc:sldChg chg="addSp modSp">
        <pc:chgData name="Sara Martinez Rendon" userId="S::smartiner4@eafit.edu.co::ca892d63-d558-4b81-ae82-38e23b0ac98d" providerId="AD" clId="Web-{E296105F-7BF4-D073-405E-6A078108CC8B}" dt="2026-06-09T22:25:24.789" v="4" actId="14100"/>
        <pc:sldMkLst>
          <pc:docMk/>
          <pc:sldMk cId="0" sldId="258"/>
        </pc:sldMkLst>
        <pc:picChg chg="add mod">
          <ac:chgData name="Sara Martinez Rendon" userId="S::smartiner4@eafit.edu.co::ca892d63-d558-4b81-ae82-38e23b0ac98d" providerId="AD" clId="Web-{E296105F-7BF4-D073-405E-6A078108CC8B}" dt="2026-06-09T22:25:24.789" v="4" actId="14100"/>
          <ac:picMkLst>
            <pc:docMk/>
            <pc:sldMk cId="0" sldId="258"/>
            <ac:picMk id="10" creationId="{E50FFC33-663A-121C-75E0-34CDBEEC1BF6}"/>
          </ac:picMkLst>
        </pc:picChg>
      </pc:sldChg>
      <pc:sldChg chg="modSp">
        <pc:chgData name="Sara Martinez Rendon" userId="S::smartiner4@eafit.edu.co::ca892d63-d558-4b81-ae82-38e23b0ac98d" providerId="AD" clId="Web-{E296105F-7BF4-D073-405E-6A078108CC8B}" dt="2026-06-09T22:33:12.684" v="67" actId="20577"/>
        <pc:sldMkLst>
          <pc:docMk/>
          <pc:sldMk cId="0" sldId="265"/>
        </pc:sldMkLst>
        <pc:spChg chg="mod">
          <ac:chgData name="Sara Martinez Rendon" userId="S::smartiner4@eafit.edu.co::ca892d63-d558-4b81-ae82-38e23b0ac98d" providerId="AD" clId="Web-{E296105F-7BF4-D073-405E-6A078108CC8B}" dt="2026-06-09T22:33:12.684" v="67" actId="20577"/>
          <ac:spMkLst>
            <pc:docMk/>
            <pc:sldMk cId="0" sldId="265"/>
            <ac:spMk id="40" creationId="{00000000-0000-0000-0000-000000000000}"/>
          </ac:spMkLst>
        </pc:spChg>
      </pc:sldChg>
      <pc:sldChg chg="addSp delSp del">
        <pc:chgData name="Sara Martinez Rendon" userId="S::smartiner4@eafit.edu.co::ca892d63-d558-4b81-ae82-38e23b0ac98d" providerId="AD" clId="Web-{E296105F-7BF4-D073-405E-6A078108CC8B}" dt="2026-06-09T22:27:22.669" v="66"/>
        <pc:sldMkLst>
          <pc:docMk/>
          <pc:sldMk cId="0" sldId="266"/>
        </pc:sldMkLst>
        <pc:spChg chg="del">
          <ac:chgData name="Sara Martinez Rendon" userId="S::smartiner4@eafit.edu.co::ca892d63-d558-4b81-ae82-38e23b0ac98d" providerId="AD" clId="Web-{E296105F-7BF4-D073-405E-6A078108CC8B}" dt="2026-06-09T22:26:17.385" v="62"/>
          <ac:spMkLst>
            <pc:docMk/>
            <pc:sldMk cId="0" sldId="266"/>
            <ac:spMk id="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61"/>
          <ac:spMkLst>
            <pc:docMk/>
            <pc:sldMk cId="0" sldId="266"/>
            <ac:spMk id="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60"/>
          <ac:spMkLst>
            <pc:docMk/>
            <pc:sldMk cId="0" sldId="266"/>
            <ac:spMk id="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9"/>
          <ac:spMkLst>
            <pc:docMk/>
            <pc:sldMk cId="0" sldId="266"/>
            <ac:spMk id="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8"/>
          <ac:spMkLst>
            <pc:docMk/>
            <pc:sldMk cId="0" sldId="266"/>
            <ac:spMk id="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7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6"/>
          <ac:spMkLst>
            <pc:docMk/>
            <pc:sldMk cId="0" sldId="266"/>
            <ac:spMk id="1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5"/>
          <ac:spMkLst>
            <pc:docMk/>
            <pc:sldMk cId="0" sldId="266"/>
            <ac:spMk id="12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4"/>
          <ac:spMkLst>
            <pc:docMk/>
            <pc:sldMk cId="0" sldId="266"/>
            <ac:spMk id="13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3"/>
          <ac:spMkLst>
            <pc:docMk/>
            <pc:sldMk cId="0" sldId="266"/>
            <ac:spMk id="14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2"/>
          <ac:spMkLst>
            <pc:docMk/>
            <pc:sldMk cId="0" sldId="266"/>
            <ac:spMk id="1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1"/>
          <ac:spMkLst>
            <pc:docMk/>
            <pc:sldMk cId="0" sldId="266"/>
            <ac:spMk id="1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50"/>
          <ac:spMkLst>
            <pc:docMk/>
            <pc:sldMk cId="0" sldId="266"/>
            <ac:spMk id="1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9"/>
          <ac:spMkLst>
            <pc:docMk/>
            <pc:sldMk cId="0" sldId="266"/>
            <ac:spMk id="1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7"/>
          <ac:spMkLst>
            <pc:docMk/>
            <pc:sldMk cId="0" sldId="266"/>
            <ac:spMk id="2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6"/>
          <ac:spMkLst>
            <pc:docMk/>
            <pc:sldMk cId="0" sldId="266"/>
            <ac:spMk id="2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5"/>
          <ac:spMkLst>
            <pc:docMk/>
            <pc:sldMk cId="0" sldId="266"/>
            <ac:spMk id="22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4"/>
          <ac:spMkLst>
            <pc:docMk/>
            <pc:sldMk cId="0" sldId="266"/>
            <ac:spMk id="23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3"/>
          <ac:spMkLst>
            <pc:docMk/>
            <pc:sldMk cId="0" sldId="266"/>
            <ac:spMk id="24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2"/>
          <ac:spMkLst>
            <pc:docMk/>
            <pc:sldMk cId="0" sldId="266"/>
            <ac:spMk id="2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85" v="41"/>
          <ac:spMkLst>
            <pc:docMk/>
            <pc:sldMk cId="0" sldId="266"/>
            <ac:spMk id="2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40"/>
          <ac:spMkLst>
            <pc:docMk/>
            <pc:sldMk cId="0" sldId="266"/>
            <ac:spMk id="2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9"/>
          <ac:spMkLst>
            <pc:docMk/>
            <pc:sldMk cId="0" sldId="266"/>
            <ac:spMk id="2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8"/>
          <ac:spMkLst>
            <pc:docMk/>
            <pc:sldMk cId="0" sldId="266"/>
            <ac:spMk id="2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7"/>
          <ac:spMkLst>
            <pc:docMk/>
            <pc:sldMk cId="0" sldId="266"/>
            <ac:spMk id="3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6"/>
          <ac:spMkLst>
            <pc:docMk/>
            <pc:sldMk cId="0" sldId="266"/>
            <ac:spMk id="3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5"/>
          <ac:spMkLst>
            <pc:docMk/>
            <pc:sldMk cId="0" sldId="266"/>
            <ac:spMk id="32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4"/>
          <ac:spMkLst>
            <pc:docMk/>
            <pc:sldMk cId="0" sldId="266"/>
            <ac:spMk id="33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3"/>
          <ac:spMkLst>
            <pc:docMk/>
            <pc:sldMk cId="0" sldId="266"/>
            <ac:spMk id="34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2"/>
          <ac:spMkLst>
            <pc:docMk/>
            <pc:sldMk cId="0" sldId="266"/>
            <ac:spMk id="3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1"/>
          <ac:spMkLst>
            <pc:docMk/>
            <pc:sldMk cId="0" sldId="266"/>
            <ac:spMk id="3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30"/>
          <ac:spMkLst>
            <pc:docMk/>
            <pc:sldMk cId="0" sldId="266"/>
            <ac:spMk id="3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9"/>
          <ac:spMkLst>
            <pc:docMk/>
            <pc:sldMk cId="0" sldId="266"/>
            <ac:spMk id="3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8"/>
          <ac:spMkLst>
            <pc:docMk/>
            <pc:sldMk cId="0" sldId="266"/>
            <ac:spMk id="3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7"/>
          <ac:spMkLst>
            <pc:docMk/>
            <pc:sldMk cId="0" sldId="266"/>
            <ac:spMk id="4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6"/>
          <ac:spMkLst>
            <pc:docMk/>
            <pc:sldMk cId="0" sldId="266"/>
            <ac:spMk id="4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5"/>
          <ac:spMkLst>
            <pc:docMk/>
            <pc:sldMk cId="0" sldId="266"/>
            <ac:spMk id="42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4"/>
          <ac:spMkLst>
            <pc:docMk/>
            <pc:sldMk cId="0" sldId="266"/>
            <ac:spMk id="43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3"/>
          <ac:spMkLst>
            <pc:docMk/>
            <pc:sldMk cId="0" sldId="266"/>
            <ac:spMk id="44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2"/>
          <ac:spMkLst>
            <pc:docMk/>
            <pc:sldMk cId="0" sldId="266"/>
            <ac:spMk id="4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1"/>
          <ac:spMkLst>
            <pc:docMk/>
            <pc:sldMk cId="0" sldId="266"/>
            <ac:spMk id="4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20"/>
          <ac:spMkLst>
            <pc:docMk/>
            <pc:sldMk cId="0" sldId="266"/>
            <ac:spMk id="4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19"/>
          <ac:spMkLst>
            <pc:docMk/>
            <pc:sldMk cId="0" sldId="266"/>
            <ac:spMk id="4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69" v="18"/>
          <ac:spMkLst>
            <pc:docMk/>
            <pc:sldMk cId="0" sldId="266"/>
            <ac:spMk id="4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7"/>
          <ac:spMkLst>
            <pc:docMk/>
            <pc:sldMk cId="0" sldId="266"/>
            <ac:spMk id="5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6"/>
          <ac:spMkLst>
            <pc:docMk/>
            <pc:sldMk cId="0" sldId="266"/>
            <ac:spMk id="5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5"/>
          <ac:spMkLst>
            <pc:docMk/>
            <pc:sldMk cId="0" sldId="266"/>
            <ac:spMk id="52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4"/>
          <ac:spMkLst>
            <pc:docMk/>
            <pc:sldMk cId="0" sldId="266"/>
            <ac:spMk id="53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3"/>
          <ac:spMkLst>
            <pc:docMk/>
            <pc:sldMk cId="0" sldId="266"/>
            <ac:spMk id="54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2"/>
          <ac:spMkLst>
            <pc:docMk/>
            <pc:sldMk cId="0" sldId="266"/>
            <ac:spMk id="55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1"/>
          <ac:spMkLst>
            <pc:docMk/>
            <pc:sldMk cId="0" sldId="266"/>
            <ac:spMk id="56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10"/>
          <ac:spMkLst>
            <pc:docMk/>
            <pc:sldMk cId="0" sldId="266"/>
            <ac:spMk id="57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9"/>
          <ac:spMkLst>
            <pc:docMk/>
            <pc:sldMk cId="0" sldId="266"/>
            <ac:spMk id="58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8"/>
          <ac:spMkLst>
            <pc:docMk/>
            <pc:sldMk cId="0" sldId="266"/>
            <ac:spMk id="59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7"/>
          <ac:spMkLst>
            <pc:docMk/>
            <pc:sldMk cId="0" sldId="266"/>
            <ac:spMk id="60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6"/>
          <ac:spMkLst>
            <pc:docMk/>
            <pc:sldMk cId="0" sldId="266"/>
            <ac:spMk id="61" creationId="{00000000-0000-0000-0000-000000000000}"/>
          </ac:spMkLst>
        </pc:spChg>
        <pc:spChg chg="del">
          <ac:chgData name="Sara Martinez Rendon" userId="S::smartiner4@eafit.edu.co::ca892d63-d558-4b81-ae82-38e23b0ac98d" providerId="AD" clId="Web-{E296105F-7BF4-D073-405E-6A078108CC8B}" dt="2026-06-09T22:26:17.354" v="5"/>
          <ac:spMkLst>
            <pc:docMk/>
            <pc:sldMk cId="0" sldId="266"/>
            <ac:spMk id="62" creationId="{00000000-0000-0000-0000-000000000000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68" creationId="{61A4C5C8-75D0-1375-F309-7D2784A1D28C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74" creationId="{B9FB870B-0936-C483-2AE0-E7C42124C01B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79" creationId="{1C830F65-148F-6EAC-646D-B284228EA4D0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80" creationId="{55917B5C-D87D-FF78-00C4-0E8A7AB937E9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81" creationId="{F4DE1765-9D44-57A4-E262-E8810486A9F7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84" creationId="{9DEE1BF4-C3D1-B268-5959-148D7954D0EA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90" creationId="{9F580448-4E14-1E21-0489-16E72B86F15C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93" creationId="{368329A8-440D-C516-7BEB-75270A582B9B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94" creationId="{E71F1AAD-BD20-89BF-BF40-6D0B253FA1BD}"/>
          </ac:spMkLst>
        </pc:spChg>
        <pc:spChg chg="add del">
          <ac:chgData name="Sara Martinez Rendon" userId="S::smartiner4@eafit.edu.co::ca892d63-d558-4b81-ae82-38e23b0ac98d" providerId="AD" clId="Web-{E296105F-7BF4-D073-405E-6A078108CC8B}" dt="2026-06-09T22:26:54.074" v="64"/>
          <ac:spMkLst>
            <pc:docMk/>
            <pc:sldMk cId="0" sldId="266"/>
            <ac:spMk id="103" creationId="{61AE811C-C0D3-7EFB-9380-FF62207189E6}"/>
          </ac:spMkLst>
        </pc:spChg>
      </pc:sldChg>
      <pc:sldChg chg="add">
        <pc:chgData name="Sara Martinez Rendon" userId="S::smartiner4@eafit.edu.co::ca892d63-d558-4b81-ae82-38e23b0ac98d" providerId="AD" clId="Web-{E296105F-7BF4-D073-405E-6A078108CC8B}" dt="2026-06-09T22:27:17.716" v="65"/>
        <pc:sldMkLst>
          <pc:docMk/>
          <pc:sldMk cId="3119762121" sldId="270"/>
        </pc:sldMkLst>
      </pc:sldChg>
    </pc:docChg>
  </pc:docChgLst>
  <pc:docChgLst>
    <pc:chgData name="Kelly Andrea Enriquez Torres" userId="22d7cc1f-faed-40da-ad73-da105cf3dded" providerId="ADAL" clId="{96406509-0A43-495C-81E7-94A0462181AA}"/>
    <pc:docChg chg="undo custSel delSld modSld">
      <pc:chgData name="Kelly Andrea Enriquez Torres" userId="22d7cc1f-faed-40da-ad73-da105cf3dded" providerId="ADAL" clId="{96406509-0A43-495C-81E7-94A0462181AA}" dt="2026-06-09T22:42:47.663" v="330"/>
      <pc:docMkLst>
        <pc:docMk/>
      </pc:docMkLst>
      <pc:sldChg chg="modSp mod">
        <pc:chgData name="Kelly Andrea Enriquez Torres" userId="22d7cc1f-faed-40da-ad73-da105cf3dded" providerId="ADAL" clId="{96406509-0A43-495C-81E7-94A0462181AA}" dt="2026-06-09T22:31:19.177" v="318" actId="20577"/>
        <pc:sldMkLst>
          <pc:docMk/>
          <pc:sldMk cId="0" sldId="256"/>
        </pc:sldMkLst>
        <pc:spChg chg="mod">
          <ac:chgData name="Kelly Andrea Enriquez Torres" userId="22d7cc1f-faed-40da-ad73-da105cf3dded" providerId="ADAL" clId="{96406509-0A43-495C-81E7-94A0462181AA}" dt="2026-06-09T22:31:19.177" v="318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Kelly Andrea Enriquez Torres" userId="22d7cc1f-faed-40da-ad73-da105cf3dded" providerId="ADAL" clId="{96406509-0A43-495C-81E7-94A0462181AA}" dt="2026-06-09T22:39:48.887" v="329" actId="1036"/>
        <pc:sldMkLst>
          <pc:docMk/>
          <pc:sldMk cId="0" sldId="258"/>
        </pc:sldMkLst>
        <pc:spChg chg="del">
          <ac:chgData name="Kelly Andrea Enriquez Torres" userId="22d7cc1f-faed-40da-ad73-da105cf3dded" providerId="ADAL" clId="{96406509-0A43-495C-81E7-94A0462181AA}" dt="2026-06-09T22:39:42.664" v="321" actId="478"/>
          <ac:spMkLst>
            <pc:docMk/>
            <pc:sldMk cId="0" sldId="258"/>
            <ac:spMk id="4" creationId="{00000000-0000-0000-0000-000000000000}"/>
          </ac:spMkLst>
        </pc:spChg>
        <pc:picChg chg="mod">
          <ac:chgData name="Kelly Andrea Enriquez Torres" userId="22d7cc1f-faed-40da-ad73-da105cf3dded" providerId="ADAL" clId="{96406509-0A43-495C-81E7-94A0462181AA}" dt="2026-06-09T22:39:48.887" v="329" actId="1036"/>
          <ac:picMkLst>
            <pc:docMk/>
            <pc:sldMk cId="0" sldId="258"/>
            <ac:picMk id="10" creationId="{E50FFC33-663A-121C-75E0-34CDBEEC1BF6}"/>
          </ac:picMkLst>
        </pc:picChg>
      </pc:sldChg>
      <pc:sldChg chg="delSp modSp mod">
        <pc:chgData name="Kelly Andrea Enriquez Torres" userId="22d7cc1f-faed-40da-ad73-da105cf3dded" providerId="ADAL" clId="{96406509-0A43-495C-81E7-94A0462181AA}" dt="2026-06-09T22:39:34.488" v="320" actId="14100"/>
        <pc:sldMkLst>
          <pc:docMk/>
          <pc:sldMk cId="0" sldId="259"/>
        </pc:sldMkLst>
        <pc:spChg chg="del">
          <ac:chgData name="Kelly Andrea Enriquez Torres" userId="22d7cc1f-faed-40da-ad73-da105cf3dded" providerId="ADAL" clId="{96406509-0A43-495C-81E7-94A0462181AA}" dt="2026-06-09T22:39:27.808" v="319" actId="478"/>
          <ac:spMkLst>
            <pc:docMk/>
            <pc:sldMk cId="0" sldId="259"/>
            <ac:spMk id="4" creationId="{00000000-0000-0000-0000-000000000000}"/>
          </ac:spMkLst>
        </pc:spChg>
        <pc:picChg chg="mod">
          <ac:chgData name="Kelly Andrea Enriquez Torres" userId="22d7cc1f-faed-40da-ad73-da105cf3dded" providerId="ADAL" clId="{96406509-0A43-495C-81E7-94A0462181AA}" dt="2026-06-09T22:39:34.488" v="320" actId="14100"/>
          <ac:picMkLst>
            <pc:docMk/>
            <pc:sldMk cId="0" sldId="259"/>
            <ac:picMk id="11" creationId="{ED4E4EFA-C5DE-9C19-56D2-D51138AD50B4}"/>
          </ac:picMkLst>
        </pc:picChg>
      </pc:sldChg>
      <pc:sldChg chg="modSp mod">
        <pc:chgData name="Kelly Andrea Enriquez Torres" userId="22d7cc1f-faed-40da-ad73-da105cf3dded" providerId="ADAL" clId="{96406509-0A43-495C-81E7-94A0462181AA}" dt="2026-06-09T22:05:21.126" v="11" actId="1036"/>
        <pc:sldMkLst>
          <pc:docMk/>
          <pc:sldMk cId="0" sldId="260"/>
        </pc:sldMkLst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05:21.126" v="11" actId="1036"/>
          <ac:spMkLst>
            <pc:docMk/>
            <pc:sldMk cId="0" sldId="260"/>
            <ac:spMk id="20" creationId="{00000000-0000-0000-0000-000000000000}"/>
          </ac:spMkLst>
        </pc:spChg>
      </pc:sldChg>
      <pc:sldChg chg="addSp delSp modSp mod">
        <pc:chgData name="Kelly Andrea Enriquez Torres" userId="22d7cc1f-faed-40da-ad73-da105cf3dded" providerId="ADAL" clId="{96406509-0A43-495C-81E7-94A0462181AA}" dt="2026-06-09T22:12:10.293" v="116" actId="1036"/>
        <pc:sldMkLst>
          <pc:docMk/>
          <pc:sldMk cId="0" sldId="261"/>
        </pc:sldMkLst>
        <pc:spChg chg="del">
          <ac:chgData name="Kelly Andrea Enriquez Torres" userId="22d7cc1f-faed-40da-ad73-da105cf3dded" providerId="ADAL" clId="{96406509-0A43-495C-81E7-94A0462181AA}" dt="2026-06-09T22:08:41.722" v="19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10:07.676" v="53" actId="20577"/>
          <ac:spMkLst>
            <pc:docMk/>
            <pc:sldMk cId="0" sldId="261"/>
            <ac:spMk id="14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11:55.725" v="103" actId="47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11:19.477" v="99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11:27.351" v="101" actId="20577"/>
          <ac:spMkLst>
            <pc:docMk/>
            <pc:sldMk cId="0" sldId="261"/>
            <ac:spMk id="22" creationId="{00000000-0000-0000-0000-000000000000}"/>
          </ac:spMkLst>
        </pc:spChg>
        <pc:picChg chg="add mod modCrop">
          <ac:chgData name="Kelly Andrea Enriquez Torres" userId="22d7cc1f-faed-40da-ad73-da105cf3dded" providerId="ADAL" clId="{96406509-0A43-495C-81E7-94A0462181AA}" dt="2026-06-09T22:10:47.447" v="68" actId="1036"/>
          <ac:picMkLst>
            <pc:docMk/>
            <pc:sldMk cId="0" sldId="261"/>
            <ac:picMk id="26" creationId="{07FD143F-4B69-F7C9-7651-EA246E8554AD}"/>
          </ac:picMkLst>
        </pc:picChg>
        <pc:picChg chg="add mod">
          <ac:chgData name="Kelly Andrea Enriquez Torres" userId="22d7cc1f-faed-40da-ad73-da105cf3dded" providerId="ADAL" clId="{96406509-0A43-495C-81E7-94A0462181AA}" dt="2026-06-09T22:12:10.293" v="116" actId="1036"/>
          <ac:picMkLst>
            <pc:docMk/>
            <pc:sldMk cId="0" sldId="261"/>
            <ac:picMk id="28" creationId="{EF03D330-269D-AABA-AAA8-179644169B1B}"/>
          </ac:picMkLst>
        </pc:picChg>
      </pc:sldChg>
      <pc:sldChg chg="addSp delSp modSp mod">
        <pc:chgData name="Kelly Andrea Enriquez Torres" userId="22d7cc1f-faed-40da-ad73-da105cf3dded" providerId="ADAL" clId="{96406509-0A43-495C-81E7-94A0462181AA}" dt="2026-06-09T22:29:15.307" v="241" actId="1076"/>
        <pc:sldMkLst>
          <pc:docMk/>
          <pc:sldMk cId="0" sldId="262"/>
        </pc:sldMkLst>
        <pc:spChg chg="del">
          <ac:chgData name="Kelly Andrea Enriquez Torres" userId="22d7cc1f-faed-40da-ad73-da105cf3dded" providerId="ADAL" clId="{96406509-0A43-495C-81E7-94A0462181AA}" dt="2026-06-09T22:28:46.824" v="223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16:30.886" v="171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8:50.355" v="224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16:05.886" v="128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11.802" v="240" actId="1036"/>
          <ac:spMkLst>
            <pc:docMk/>
            <pc:sldMk cId="0" sldId="262"/>
            <ac:spMk id="22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1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2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3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4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5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6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7" creationId="{00000000-0000-0000-0000-000000000000}"/>
          </ac:spMkLst>
        </pc:spChg>
        <pc:spChg chg="add mod">
          <ac:chgData name="Kelly Andrea Enriquez Torres" userId="22d7cc1f-faed-40da-ad73-da105cf3dded" providerId="ADAL" clId="{96406509-0A43-495C-81E7-94A0462181AA}" dt="2026-06-09T22:29:04.106" v="226"/>
          <ac:spMkLst>
            <pc:docMk/>
            <pc:sldMk cId="0" sldId="262"/>
            <ac:spMk id="38" creationId="{00000000-0000-0000-0000-000000000000}"/>
          </ac:spMkLst>
        </pc:spChg>
        <pc:picChg chg="add del mod">
          <ac:chgData name="Kelly Andrea Enriquez Torres" userId="22d7cc1f-faed-40da-ad73-da105cf3dded" providerId="ADAL" clId="{96406509-0A43-495C-81E7-94A0462181AA}" dt="2026-06-09T22:16:50.070" v="172" actId="478"/>
          <ac:picMkLst>
            <pc:docMk/>
            <pc:sldMk cId="0" sldId="262"/>
            <ac:picMk id="26" creationId="{E49E7147-1021-BC85-6957-08DA14A74DD2}"/>
          </ac:picMkLst>
        </pc:picChg>
        <pc:picChg chg="add del mod">
          <ac:chgData name="Kelly Andrea Enriquez Torres" userId="22d7cc1f-faed-40da-ad73-da105cf3dded" providerId="ADAL" clId="{96406509-0A43-495C-81E7-94A0462181AA}" dt="2026-06-09T22:20:10.932" v="176" actId="478"/>
          <ac:picMkLst>
            <pc:docMk/>
            <pc:sldMk cId="0" sldId="262"/>
            <ac:picMk id="28" creationId="{93FE1982-8A24-C1BF-567E-9C80EC9053C5}"/>
          </ac:picMkLst>
        </pc:picChg>
        <pc:picChg chg="add mod">
          <ac:chgData name="Kelly Andrea Enriquez Torres" userId="22d7cc1f-faed-40da-ad73-da105cf3dded" providerId="ADAL" clId="{96406509-0A43-495C-81E7-94A0462181AA}" dt="2026-06-09T22:29:15.307" v="241" actId="1076"/>
          <ac:picMkLst>
            <pc:docMk/>
            <pc:sldMk cId="0" sldId="262"/>
            <ac:picMk id="30" creationId="{01AD6D9F-D2FF-F21B-82C9-CE18733014B9}"/>
          </ac:picMkLst>
        </pc:picChg>
        <pc:picChg chg="add mod">
          <ac:chgData name="Kelly Andrea Enriquez Torres" userId="22d7cc1f-faed-40da-ad73-da105cf3dded" providerId="ADAL" clId="{96406509-0A43-495C-81E7-94A0462181AA}" dt="2026-06-09T22:29:04.106" v="226"/>
          <ac:picMkLst>
            <pc:docMk/>
            <pc:sldMk cId="0" sldId="262"/>
            <ac:picMk id="39" creationId="{53F95F5C-3103-63D4-2F76-7A035D111EC2}"/>
          </ac:picMkLst>
        </pc:picChg>
      </pc:sldChg>
      <pc:sldChg chg="addSp delSp modSp del mod">
        <pc:chgData name="Kelly Andrea Enriquez Torres" userId="22d7cc1f-faed-40da-ad73-da105cf3dded" providerId="ADAL" clId="{96406509-0A43-495C-81E7-94A0462181AA}" dt="2026-06-09T22:29:19.249" v="242" actId="47"/>
        <pc:sldMkLst>
          <pc:docMk/>
          <pc:sldMk cId="0" sldId="263"/>
        </pc:sldMkLst>
        <pc:spChg chg="del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5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26:10.774" v="192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7" creationId="{00000000-0000-0000-0000-000000000000}"/>
          </ac:spMkLst>
        </pc:spChg>
        <pc:spChg chg="del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Kelly Andrea Enriquez Torres" userId="22d7cc1f-faed-40da-ad73-da105cf3dded" providerId="ADAL" clId="{96406509-0A43-495C-81E7-94A0462181AA}" dt="2026-06-09T22:29:01.762" v="225" actId="21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6:24.166" v="219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6:24.166" v="219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6:24.166" v="219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6:24.166" v="219" actId="10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6:24.166" v="219" actId="1036"/>
          <ac:spMkLst>
            <pc:docMk/>
            <pc:sldMk cId="0" sldId="263"/>
            <ac:spMk id="22" creationId="{00000000-0000-0000-0000-000000000000}"/>
          </ac:spMkLst>
        </pc:spChg>
        <pc:picChg chg="add del mod modCrop">
          <ac:chgData name="Kelly Andrea Enriquez Torres" userId="22d7cc1f-faed-40da-ad73-da105cf3dded" providerId="ADAL" clId="{96406509-0A43-495C-81E7-94A0462181AA}" dt="2026-06-09T22:29:01.762" v="225" actId="21"/>
          <ac:picMkLst>
            <pc:docMk/>
            <pc:sldMk cId="0" sldId="263"/>
            <ac:picMk id="26" creationId="{53F95F5C-3103-63D4-2F76-7A035D111EC2}"/>
          </ac:picMkLst>
        </pc:picChg>
      </pc:sldChg>
      <pc:sldChg chg="modSp mod">
        <pc:chgData name="Kelly Andrea Enriquez Torres" userId="22d7cc1f-faed-40da-ad73-da105cf3dded" providerId="ADAL" clId="{96406509-0A43-495C-81E7-94A0462181AA}" dt="2026-06-09T22:29:40.035" v="245" actId="1076"/>
        <pc:sldMkLst>
          <pc:docMk/>
          <pc:sldMk cId="0" sldId="264"/>
        </pc:sldMkLst>
        <pc:spChg chg="mod">
          <ac:chgData name="Kelly Andrea Enriquez Torres" userId="22d7cc1f-faed-40da-ad73-da105cf3dded" providerId="ADAL" clId="{96406509-0A43-495C-81E7-94A0462181AA}" dt="2026-06-09T22:29:32.356" v="243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Kelly Andrea Enriquez Torres" userId="22d7cc1f-faed-40da-ad73-da105cf3dded" providerId="ADAL" clId="{96406509-0A43-495C-81E7-94A0462181AA}" dt="2026-06-09T22:29:40.035" v="245" actId="1076"/>
          <ac:spMkLst>
            <pc:docMk/>
            <pc:sldMk cId="0" sldId="264"/>
            <ac:spMk id="23" creationId="{00000000-0000-0000-0000-000000000000}"/>
          </ac:spMkLst>
        </pc:spChg>
      </pc:sldChg>
      <pc:sldChg chg="modSp">
        <pc:chgData name="Kelly Andrea Enriquez Torres" userId="22d7cc1f-faed-40da-ad73-da105cf3dded" providerId="ADAL" clId="{96406509-0A43-495C-81E7-94A0462181AA}" dt="2026-06-09T22:42:47.663" v="330"/>
        <pc:sldMkLst>
          <pc:docMk/>
          <pc:sldMk cId="0" sldId="267"/>
        </pc:sldMkLst>
        <pc:spChg chg="mod">
          <ac:chgData name="Kelly Andrea Enriquez Torres" userId="22d7cc1f-faed-40da-ad73-da105cf3dded" providerId="ADAL" clId="{96406509-0A43-495C-81E7-94A0462181AA}" dt="2026-06-09T22:42:47.663" v="330"/>
          <ac:spMkLst>
            <pc:docMk/>
            <pc:sldMk cId="0" sldId="267"/>
            <ac:spMk id="39" creationId="{00000000-0000-0000-0000-000000000000}"/>
          </ac:spMkLst>
        </pc:spChg>
      </pc:sldChg>
      <pc:sldChg chg="modSp mod">
        <pc:chgData name="Kelly Andrea Enriquez Torres" userId="22d7cc1f-faed-40da-ad73-da105cf3dded" providerId="ADAL" clId="{96406509-0A43-495C-81E7-94A0462181AA}" dt="2026-06-09T22:31:01.197" v="285" actId="20577"/>
        <pc:sldMkLst>
          <pc:docMk/>
          <pc:sldMk cId="0" sldId="269"/>
        </pc:sldMkLst>
        <pc:spChg chg="mod">
          <ac:chgData name="Kelly Andrea Enriquez Torres" userId="22d7cc1f-faed-40da-ad73-da105cf3dded" providerId="ADAL" clId="{96406509-0A43-495C-81E7-94A0462181AA}" dt="2026-06-09T22:31:01.197" v="285" actId="20577"/>
          <ac:spMkLst>
            <pc:docMk/>
            <pc:sldMk cId="0" sldId="269"/>
            <ac:spMk id="7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05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Clustering — k=4 por accionabilidad. No supervisado: la conversión se cruza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54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pp.powerbi.com/view?r=eyJrIjoiYWU0MTM5MjUtM2VlMC00ZDgzLThlYzktN2ZmY2M5Yzg4ZTNmIiwidCI6Ijk5ZjdiNTVlLTljYmUtNDY3Yi04MTQzLTkxOTc4MjkxOGFmYiIsImMiOjR9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Y ANALÍTICA  ·  EAFIT  ·  JUNIO 2026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GRUPO 8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conversión</a:t>
            </a:r>
            <a:endParaRPr lang="en-US" sz="3200"/>
          </a:p>
          <a:p>
            <a:pPr marL="0" indent="0">
              <a:buNone/>
            </a:pPr>
            <a:r>
              <a:rPr lang="en-US" sz="3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e-commerce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propensión  ·  Clustering  ·  Diseño A/B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21945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871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Enriquez  ·  Sara Martinez  ·  Heider Zapata  ·  Yeison Londoño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pierde 98 de cada 100 visitas y 4 de cada 10 carritos.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94640" y="1713145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1282192" y="1667425"/>
            <a:ext cx="4389120" cy="31089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4032" y="1722289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56.76 M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1574800" y="1978321"/>
            <a:ext cx="36576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94640" y="2170345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1282192" y="2124625"/>
            <a:ext cx="2423160" cy="31089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796792" y="2124625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3.86 %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796792" y="2270929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 M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282192" y="2490385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FAF0F0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391920" y="2508673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41.2 % de los carritos se abandona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1574800" y="2746417"/>
            <a:ext cx="36576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94640" y="2938441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1282192" y="2892721"/>
            <a:ext cx="1371600" cy="31089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5232" y="2892721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2.27 %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2745232" y="3039025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 M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760720" y="1097280"/>
            <a:ext cx="36576" cy="28080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961888" y="11704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961888" y="14447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961888" y="16276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· Kaggle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961888" y="1828800"/>
            <a:ext cx="2834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961888" y="18653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5961888" y="20482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e-commerce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5961888" y="2249424"/>
            <a:ext cx="2834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961888" y="22860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961888" y="24688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 2019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5961888" y="2670048"/>
            <a:ext cx="2834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961888" y="27066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961888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 GB · 87.6 M eventos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5961888" y="3090672"/>
            <a:ext cx="2834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961888" y="31272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5961888" y="33101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M únicas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5961888" y="3511296"/>
            <a:ext cx="2834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961888" y="3547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961888" y="37307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294640" y="4005918"/>
            <a:ext cx="8501888" cy="768096"/>
          </a:xfrm>
          <a:prstGeom prst="roundRect">
            <a:avLst>
              <a:gd name="adj" fmla="val 952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77520" y="407907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ORO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477520" y="426195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concentra la fuga de conversión y qué segmento de visitantes representa la mayor oportunidad de recuperarla?</a:t>
            </a:r>
            <a:endParaRPr lang="en-US" sz="115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DATOS  ·  ARQUITECTURA IMPLEMENTADA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321040" cy="3419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Ilustración 2 — diagrama arquitectura implementada ]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E50FFC33-663A-121C-75E0-34CDBEEC1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167" y="495468"/>
            <a:ext cx="5528356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DATOS  ·  ARQUITECTURA DE REFERENCIA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321040" cy="3419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Ilustración 1 — diagrama arquitectura de referencia ]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D4E4EFA-C5DE-9C19-56D2-D51138AD5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49" y="448057"/>
            <a:ext cx="6304490" cy="4439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 ·  CALIDAD DE DATOS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confiables son los datos?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321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Silver · tasa de conversión por sesión (diaria) — serie temporal con cuarentena 14–17 nov ]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645152" y="3169246"/>
            <a:ext cx="36576" cy="14996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318753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corrupta 14–17 nov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57200" y="3480142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03504" y="3443566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603504" y="3608158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15-nov = 0 compras pese a 467k carritos. Los días 16–17 muestran un volcado del backlog que infla artificialmente la conversión.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4193374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03504" y="4156798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603504" y="432139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 transversal 14–17 nov en todas las métricas. Base limpia: 87.6 M eventos.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773168" y="318753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"Unknown"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773168" y="3480142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19472" y="3443566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4919472" y="3608158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~32 % de los eventos tiene categoría 'Unknown' — productos sin clasificar en el catálogo de origen. No es re-derivable.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773168" y="4193374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919472" y="4156798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4919472" y="432139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excluyen de análisis por categoría. Los totales globales (funnel, revenue) los incluyen con etiqueta 'Sin taxonomía'.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8D84E2D-D3E2-1602-F027-743BF35E2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0" y="927482"/>
            <a:ext cx="8166520" cy="2178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 ·  EDA 2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4645152" y="512064"/>
            <a:ext cx="36576" cy="42428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de conversión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4005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Funnel global (unidades) ]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2980944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03504" y="2944368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603504" y="310896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2.27% · abandono 41.2%. Solo 1 de cada 44 visitas termina en compra.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03504" y="3657600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603504" y="382219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modelado = sesión. Target = ¿contiene purchase? Tasa etiqueta: 6.1%.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773168" y="5486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</a:t>
            </a: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</a:t>
            </a: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categoría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773168" y="896112"/>
            <a:ext cx="4005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Abandono por categoría — barras horizontales ]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773168" y="2980944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19472" y="2944368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4919472" y="310896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concentra </a:t>
            </a:r>
            <a:r>
              <a:rPr lang="en-US" sz="105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83.3 % de </a:t>
            </a:r>
            <a:r>
              <a:rPr lang="en-US" sz="105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</a:t>
            </a: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</a:t>
            </a: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773168" y="3694176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19472" y="3657600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4919472" y="382219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del análisis y del modelo </a:t>
            </a:r>
            <a:r>
              <a:rPr lang="en-US" sz="105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electronics.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7FD143F-4B69-F7C9-7651-EA246E8554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15" r="21980"/>
          <a:stretch>
            <a:fillRect/>
          </a:stretch>
        </p:blipFill>
        <p:spPr>
          <a:xfrm>
            <a:off x="438912" y="930036"/>
            <a:ext cx="3968496" cy="184687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F03D330-269D-AABA-AAA8-179644169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88" y="1029865"/>
            <a:ext cx="4192489" cy="1776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 ·  EDA 3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4645152" y="512064"/>
            <a:ext cx="36576" cy="42428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73168" y="5486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horario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773168" y="896112"/>
            <a:ext cx="4005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Tasa de conversión y volumen por hora del día ]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773168" y="3427203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19472" y="3390627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4919472" y="3555219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intención a las 9h. La franja 7–11h convierte ~2× más por visita que la tarde.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773168" y="4140435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19472" y="4103859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4919472" y="4268451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del incentivo: inmediato y en pantalla en la franja matutina — no diferido ni por email.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1AD6D9F-D2FF-F21B-82C9-CE1873301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48" y="941832"/>
            <a:ext cx="4330431" cy="2268938"/>
          </a:xfrm>
          <a:prstGeom prst="rect">
            <a:avLst/>
          </a:prstGeom>
        </p:spPr>
      </p:pic>
      <p:sp>
        <p:nvSpPr>
          <p:cNvPr id="31" name="Text 3"/>
          <p:cNvSpPr/>
          <p:nvPr/>
        </p:nvSpPr>
        <p:spPr>
          <a:xfrm>
            <a:off x="457200" y="5486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vs recurrentes</a:t>
            </a:r>
            <a:endParaRPr lang="en-US" sz="1200"/>
          </a:p>
        </p:txBody>
      </p:sp>
      <p:sp>
        <p:nvSpPr>
          <p:cNvPr id="32" name="Text 5"/>
          <p:cNvSpPr/>
          <p:nvPr/>
        </p:nvSpPr>
        <p:spPr>
          <a:xfrm>
            <a:off x="457200" y="896112"/>
            <a:ext cx="4005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Composición compradores y concentración de revenue ]</a:t>
            </a:r>
            <a:endParaRPr lang="en-US" sz="900"/>
          </a:p>
        </p:txBody>
      </p:sp>
      <p:sp>
        <p:nvSpPr>
          <p:cNvPr id="33" name="Shape 6"/>
          <p:cNvSpPr/>
          <p:nvPr/>
        </p:nvSpPr>
        <p:spPr>
          <a:xfrm>
            <a:off x="457200" y="3461848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7"/>
          <p:cNvSpPr/>
          <p:nvPr/>
        </p:nvSpPr>
        <p:spPr>
          <a:xfrm>
            <a:off x="603504" y="3425272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50"/>
          </a:p>
        </p:txBody>
      </p:sp>
      <p:sp>
        <p:nvSpPr>
          <p:cNvPr id="35" name="Text 8"/>
          <p:cNvSpPr/>
          <p:nvPr/>
        </p:nvSpPr>
        <p:spPr>
          <a:xfrm>
            <a:off x="603504" y="3589864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35.7 % de compradores son recurrentes y generan el 73.7 % del revenue. Ticket 5× mayor ($1,460 vs $289).</a:t>
            </a:r>
            <a:endParaRPr lang="en-US" sz="1050"/>
          </a:p>
        </p:txBody>
      </p:sp>
      <p:sp>
        <p:nvSpPr>
          <p:cNvPr id="36" name="Shape 9"/>
          <p:cNvSpPr/>
          <p:nvPr/>
        </p:nvSpPr>
        <p:spPr>
          <a:xfrm>
            <a:off x="457200" y="4175080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10"/>
          <p:cNvSpPr/>
          <p:nvPr/>
        </p:nvSpPr>
        <p:spPr>
          <a:xfrm>
            <a:off x="603504" y="4138504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850"/>
          </a:p>
        </p:txBody>
      </p:sp>
      <p:sp>
        <p:nvSpPr>
          <p:cNvPr id="38" name="Text 11"/>
          <p:cNvSpPr/>
          <p:nvPr/>
        </p:nvSpPr>
        <p:spPr>
          <a:xfrm>
            <a:off x="603504" y="4303096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B — nudge de recompra a 24–72h. 2.ª compra en mediana 2.9 días, 84.4 % en misma categoría.</a:t>
            </a:r>
            <a:endParaRPr lang="en-US" sz="105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53F95F5C-3103-63D4-2F76-7A035D111E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3" t="4873" r="23812" b="10667"/>
          <a:stretch>
            <a:fillRect/>
          </a:stretch>
        </p:blipFill>
        <p:spPr>
          <a:xfrm>
            <a:off x="701040" y="832276"/>
            <a:ext cx="3349413" cy="2533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 ·  DEL EDA A LOS MODELOS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seleccionadas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85216" y="100584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85216" y="1225296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total_views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brands_compared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browsing_duration_sec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revisit_intensity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views_per_minute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avg_inter_event_sec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distinct_products_viewed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346704" y="9144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CATEGORÍA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3474720" y="1225296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avg_price_viewed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max_price_viewed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electronics_view_share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categories_explored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categories_explored_cid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6236208" y="9144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364224" y="100584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TEMPORALES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6364224" y="1225296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hour_cos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sin_navegacion_previa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3210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— DEL DATO AL MODELO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621792" y="3493008"/>
            <a:ext cx="1609344" cy="877824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76656" y="353872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676656" y="3813048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22.99 M sesiones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columnas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2176272" y="37581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2395728" y="3493008"/>
            <a:ext cx="1609344" cy="877824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450592" y="353872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450592" y="3813048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· FE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anti-fuga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3950208" y="375361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169664" y="3493008"/>
            <a:ext cx="1609344" cy="877824"/>
          </a:xfrm>
          <a:prstGeom prst="roundRect">
            <a:avLst>
              <a:gd name="adj" fmla="val 8333"/>
            </a:avLst>
          </a:prstGeom>
          <a:solidFill>
            <a:srgbClr val="2D2D2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224528" y="353872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5797296" y="349300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797296" y="3895344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6089904" y="3493008"/>
            <a:ext cx="2487168" cy="347472"/>
          </a:xfrm>
          <a:prstGeom prst="roundRect">
            <a:avLst>
              <a:gd name="adj" fmla="val 18421"/>
            </a:avLst>
          </a:prstGeom>
          <a:solidFill>
            <a:srgbClr val="EAF2E0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181344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1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7150608" y="3520440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Propensión de compra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089904" y="3895344"/>
            <a:ext cx="2487168" cy="347472"/>
          </a:xfrm>
          <a:prstGeom prst="roundRect">
            <a:avLst>
              <a:gd name="adj" fmla="val 18421"/>
            </a:avLst>
          </a:prstGeom>
          <a:solidFill>
            <a:srgbClr val="EAF2E0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181344" y="39227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2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7150608" y="392277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 visitantes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1  ·  PROPENSIÓN DE COMPRA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sesiones van a terminar en compra?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364992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236208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→ ¿compra?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· no accuracy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6.1% compras — accuracy engaña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Oct+Nov≤23 → Nov 24–30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no entrena el pasado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6941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previas al primer cart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usa info del momento de compra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547872" y="10789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ESCALERA  ·  PR-AUC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3547872" y="129844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47872" y="1490472"/>
            <a:ext cx="822960" cy="2011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443984" y="1490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3547872" y="186537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547872" y="2057400"/>
            <a:ext cx="1426464" cy="2011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47488" y="20574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547872" y="2432304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547872" y="2624328"/>
            <a:ext cx="1700784" cy="2011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321808" y="2624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0.1157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3547872" y="299923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547872" y="3191256"/>
            <a:ext cx="1737360" cy="2011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358384" y="31912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0.1185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3547872" y="356616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(elegido)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547872" y="3758184"/>
            <a:ext cx="1737360" cy="2011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358384" y="37581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0.1184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3547872" y="413308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Optuna + cal.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547872" y="4325112"/>
            <a:ext cx="1828800" cy="20116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5449824" y="4325112"/>
            <a:ext cx="6400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6D11"/>
                </a:solidFill>
                <a:latin typeface="Calibri"/>
                <a:ea typeface="Calibri"/>
                <a:cs typeface="Calibri"/>
              </a:rPr>
              <a:t>0.1243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6419088" y="107899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Y CONFIABILIDAD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6419088" y="1316736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528816" y="1371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·  VALIDACIÓN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6528816" y="15544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419088" y="1956816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528816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·  TEST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6528816" y="2194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>
          <a:xfrm>
            <a:off x="6419088" y="2596896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6528816" y="2651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6528816" y="28346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6419088" y="329184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DATA LEAKAGE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6419088" y="3584448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565392" y="349300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0.124 ≈ test 0.118  ·  Δ = 0.006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6419088" y="3931920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6565392" y="38404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aplicado dentro de cada fold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6419088" y="4279392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6565392" y="418795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estricto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6419088" y="4626864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565392" y="4535424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solo previas al primer cart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 ·  CLUSTERING DE VISITANTES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visitante existen?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364992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236208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0033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7432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K-Means  ·  k=5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k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Accionabilidad · no silhouette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solo separa electronics del resto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obligatorio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escalar, el precio dominaría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27432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36941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estratificadas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compra preservada: 0.059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547872" y="100335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SEGMENTOS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522659" y="1165457"/>
            <a:ext cx="252374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522659" y="1174601"/>
            <a:ext cx="54864" cy="65836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668963" y="1229465"/>
            <a:ext cx="3657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C3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089587" y="1229465"/>
            <a:ext cx="18288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Electronics valor medio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668963" y="1458065"/>
            <a:ext cx="2249424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29.3 %  ·  conv. 8.4 %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68963" y="1640945"/>
            <a:ext cx="2249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objetivo A/B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3522659" y="1876201"/>
            <a:ext cx="252374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522659" y="1885345"/>
            <a:ext cx="54864" cy="6583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668963" y="1940209"/>
            <a:ext cx="3657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C4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089587" y="1940209"/>
            <a:ext cx="18288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Electronics alto valor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668963" y="2168809"/>
            <a:ext cx="2249424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13.8 %  ·  conv. 5.8 %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68963" y="2351689"/>
            <a:ext cx="2249424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Volumen medio, alto valor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522659" y="2595350"/>
            <a:ext cx="252374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522659" y="2604494"/>
            <a:ext cx="54864" cy="6583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668963" y="2659358"/>
            <a:ext cx="3657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C0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877921" y="2638192"/>
            <a:ext cx="2029883" cy="24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Comprador general, bajo valor</a:t>
            </a:r>
            <a:endParaRPr lang="en-US" sz="1100">
              <a:solidFill>
                <a:srgbClr val="2D2D2D"/>
              </a:solidFill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68963" y="2887958"/>
            <a:ext cx="2249424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49.8 %  ·  conv. 4.9 %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68963" y="3070838"/>
            <a:ext cx="2249424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Volumen alto, bajo valor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539468" y="3986851"/>
            <a:ext cx="252374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539468" y="3995995"/>
            <a:ext cx="54864" cy="65836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685772" y="4050859"/>
            <a:ext cx="3657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C2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4106396" y="405085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anómalas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3685772" y="4279459"/>
            <a:ext cx="2249424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0.03 %  ·  conv. 0 %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85772" y="4462339"/>
            <a:ext cx="2249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6419088" y="107899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6419088" y="1316736"/>
            <a:ext cx="24871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6528816" y="1371600"/>
            <a:ext cx="22860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SILHOUETTE  k=5  (</a:t>
            </a:r>
            <a:r>
              <a:rPr lang="en-US" sz="85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elegido</a:t>
            </a: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528816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0.299</a:t>
            </a:r>
            <a:endParaRPr lang="en-US" sz="1800"/>
          </a:p>
        </p:txBody>
      </p:sp>
      <p:sp>
        <p:nvSpPr>
          <p:cNvPr id="51" name="Shape 49"/>
          <p:cNvSpPr/>
          <p:nvPr/>
        </p:nvSpPr>
        <p:spPr>
          <a:xfrm>
            <a:off x="6419088" y="1975104"/>
            <a:ext cx="24871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6528816" y="20299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 k=2  (no accionable)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6528816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>
                <a:solidFill>
                  <a:srgbClr val="BBBBBB"/>
                </a:solidFill>
                <a:latin typeface="Calibri"/>
                <a:ea typeface="Calibri"/>
                <a:cs typeface="Calibri"/>
              </a:rPr>
              <a:t>0.520</a:t>
            </a:r>
            <a:endParaRPr lang="en-US" sz="1800"/>
          </a:p>
        </p:txBody>
      </p:sp>
      <p:sp>
        <p:nvSpPr>
          <p:cNvPr id="54" name="Text 52"/>
          <p:cNvSpPr/>
          <p:nvPr/>
        </p:nvSpPr>
        <p:spPr>
          <a:xfrm>
            <a:off x="6419088" y="270662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6419088" y="2999232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6565392" y="290779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 — agrupa por comportamiento sin conocer el resultado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6419088" y="3419856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6565392" y="3328416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conversión por cluster se calcula después para interpretar, no para formar grupos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6419088" y="3840480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6565392" y="37490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preservada muestra = Gold  ·  0.059 = 0.059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6419088" y="4261104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6565392" y="41696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 14–17 nov aplicada antes de clusterizar</a:t>
            </a:r>
            <a:endParaRPr lang="en-US" sz="950"/>
          </a:p>
        </p:txBody>
      </p:sp>
      <p:sp>
        <p:nvSpPr>
          <p:cNvPr id="63" name="Shape 6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  <p:sp>
        <p:nvSpPr>
          <p:cNvPr id="66" name="Shape 33">
            <a:extLst>
              <a:ext uri="{FF2B5EF4-FFF2-40B4-BE49-F238E27FC236}">
                <a16:creationId xmlns:a16="http://schemas.microsoft.com/office/drawing/2014/main" id="{F12EEC19-B49B-94D8-0CD5-32EAE79DFA75}"/>
              </a:ext>
            </a:extLst>
          </p:cNvPr>
          <p:cNvSpPr/>
          <p:nvPr/>
        </p:nvSpPr>
        <p:spPr>
          <a:xfrm>
            <a:off x="3522658" y="3284512"/>
            <a:ext cx="252374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56DB252C-0935-DF7D-C198-80307282985E}"/>
              </a:ext>
            </a:extLst>
          </p:cNvPr>
          <p:cNvSpPr/>
          <p:nvPr/>
        </p:nvSpPr>
        <p:spPr>
          <a:xfrm>
            <a:off x="3522658" y="3293655"/>
            <a:ext cx="54864" cy="65836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3E2E1EBE-EBDD-520E-3B66-9AAFF2641C6B}"/>
              </a:ext>
            </a:extLst>
          </p:cNvPr>
          <p:cNvSpPr/>
          <p:nvPr/>
        </p:nvSpPr>
        <p:spPr>
          <a:xfrm>
            <a:off x="3668962" y="3348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4761CAC3-5D46-00D2-9DC9-B2A110E46438}"/>
              </a:ext>
            </a:extLst>
          </p:cNvPr>
          <p:cNvSpPr/>
          <p:nvPr/>
        </p:nvSpPr>
        <p:spPr>
          <a:xfrm>
            <a:off x="4089586" y="3348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que no cierra</a:t>
            </a:r>
            <a:endParaRPr lang="en-US" sz="1100"/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635A19BB-1542-5523-C2CD-76CAFBF9276A}"/>
              </a:ext>
            </a:extLst>
          </p:cNvPr>
          <p:cNvSpPr/>
          <p:nvPr/>
        </p:nvSpPr>
        <p:spPr>
          <a:xfrm>
            <a:off x="3668962" y="3577119"/>
            <a:ext cx="2249424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7.0 %  ·  conv. 3.2 %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71" name="Text 38">
            <a:extLst>
              <a:ext uri="{FF2B5EF4-FFF2-40B4-BE49-F238E27FC236}">
                <a16:creationId xmlns:a16="http://schemas.microsoft.com/office/drawing/2014/main" id="{506B7A8E-CD05-157F-5D26-8BA44966D771}"/>
              </a:ext>
            </a:extLst>
          </p:cNvPr>
          <p:cNvSpPr/>
          <p:nvPr/>
        </p:nvSpPr>
        <p:spPr>
          <a:xfrm>
            <a:off x="3668962" y="3760000"/>
            <a:ext cx="2249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mucho, decide poco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1976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4251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11480" y="146202"/>
            <a:ext cx="5486400" cy="1327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3" b="1">
                <a:solidFill>
                  <a:srgbClr val="8C8C8C"/>
                </a:solidFill>
                <a:latin typeface="Segoe UI"/>
              </a:rPr>
              <a:t>MODELADO  ·  EL CRUCE DE LOS DOS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800600"/>
            <a:ext cx="8318754" cy="8229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11480" y="4841749"/>
            <a:ext cx="6172200" cy="103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5">
                <a:solidFill>
                  <a:srgbClr val="8C8C8C"/>
                </a:solidFill>
                <a:latin typeface="Segoe UI"/>
              </a:rPr>
              <a:t>REES46 Dataset  ·  Oct–Nov 2019  ·  14.5 GB  ·  87.6 M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4924"/>
            <a:ext cx="8298180" cy="357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25">
                <a:solidFill>
                  <a:srgbClr val="2F2F2F"/>
                </a:solidFill>
                <a:latin typeface="Segoe UI"/>
              </a:rPr>
              <a:t>¿Cómo se combinan los dos modelos?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0724"/>
            <a:ext cx="4059936" cy="2297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562356" y="1330452"/>
            <a:ext cx="3785616" cy="126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1">
                <a:solidFill>
                  <a:srgbClr val="8C8C8C"/>
                </a:solidFill>
                <a:latin typeface="Segoe UI"/>
              </a:rPr>
              <a:t>1 · ¿POR QUÉ C3?</a:t>
            </a:r>
          </a:p>
        </p:txBody>
      </p:sp>
      <p:pic>
        <p:nvPicPr>
          <p:cNvPr id="9" name="Picture 8" descr="card_prob_seg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13" y="1597914"/>
            <a:ext cx="3333871" cy="18173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670298" y="1220724"/>
            <a:ext cx="4059936" cy="2297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821174" y="1330452"/>
            <a:ext cx="3785616" cy="126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1">
                <a:solidFill>
                  <a:srgbClr val="8C8C8C"/>
                </a:solidFill>
                <a:latin typeface="Segoe UI"/>
              </a:rPr>
              <a:t>2 · DENTRO DE C3 · EL SCORE ORDENA</a:t>
            </a:r>
          </a:p>
        </p:txBody>
      </p:sp>
      <p:pic>
        <p:nvPicPr>
          <p:cNvPr id="12" name="Picture 11" descr="card_hist_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13" y="1597914"/>
            <a:ext cx="3522105" cy="18173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3717036"/>
            <a:ext cx="8318754" cy="809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ounded Rectangle 13"/>
          <p:cNvSpPr/>
          <p:nvPr/>
        </p:nvSpPr>
        <p:spPr>
          <a:xfrm>
            <a:off x="425196" y="3758184"/>
            <a:ext cx="61722" cy="726948"/>
          </a:xfrm>
          <a:prstGeom prst="roundRect">
            <a:avLst>
              <a:gd name="adj" fmla="val 4000"/>
            </a:avLst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617219" y="3950105"/>
            <a:ext cx="8010144" cy="3431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El </a:t>
            </a:r>
            <a:r>
              <a:rPr sz="1013" err="1">
                <a:solidFill>
                  <a:srgbClr val="2F2F2F"/>
                </a:solidFill>
                <a:latin typeface="Segoe UI"/>
              </a:rPr>
              <a:t>segmento</a:t>
            </a:r>
            <a:r>
              <a:rPr sz="1013">
                <a:solidFill>
                  <a:srgbClr val="2F2F2F"/>
                </a:solidFill>
                <a:latin typeface="Segoe UI"/>
              </a:rPr>
              <a:t> dice </a:t>
            </a:r>
            <a:r>
              <a:rPr sz="1013" b="1">
                <a:solidFill>
                  <a:srgbClr val="3B6D11"/>
                </a:solidFill>
                <a:latin typeface="Segoe UI"/>
              </a:rPr>
              <a:t>DÓNDE</a:t>
            </a:r>
            <a:r>
              <a:rPr sz="1013">
                <a:solidFill>
                  <a:srgbClr val="2F2F2F"/>
                </a:solidFill>
                <a:latin typeface="Segoe UI"/>
              </a:rPr>
              <a:t> (C3 · 29.3% del </a:t>
            </a:r>
            <a:r>
              <a:rPr sz="1013" err="1">
                <a:solidFill>
                  <a:srgbClr val="2F2F2F"/>
                </a:solidFill>
                <a:latin typeface="Segoe UI"/>
              </a:rPr>
              <a:t>tráfico</a:t>
            </a:r>
            <a:r>
              <a:rPr sz="1013">
                <a:solidFill>
                  <a:srgbClr val="2F2F2F"/>
                </a:solidFill>
                <a:latin typeface="Segoe UI"/>
              </a:rPr>
              <a:t> · la mayor </a:t>
            </a:r>
            <a:r>
              <a:rPr sz="1013" err="1">
                <a:solidFill>
                  <a:srgbClr val="2F2F2F"/>
                </a:solidFill>
                <a:latin typeface="Segoe UI"/>
              </a:rPr>
              <a:t>conversión</a:t>
            </a:r>
            <a:r>
              <a:rPr sz="1013">
                <a:solidFill>
                  <a:srgbClr val="2F2F2F"/>
                </a:solidFill>
                <a:latin typeface="Segoe UI"/>
              </a:rPr>
              <a:t>); </a:t>
            </a:r>
            <a:r>
              <a:rPr sz="1013" err="1">
                <a:solidFill>
                  <a:srgbClr val="2F2F2F"/>
                </a:solidFill>
                <a:latin typeface="Segoe UI"/>
              </a:rPr>
              <a:t>el</a:t>
            </a:r>
            <a:r>
              <a:rPr sz="1013">
                <a:solidFill>
                  <a:srgbClr val="2F2F2F"/>
                </a:solidFill>
                <a:latin typeface="Segoe UI"/>
              </a:rPr>
              <a:t> score dice </a:t>
            </a:r>
            <a:r>
              <a:rPr sz="1013" b="1">
                <a:solidFill>
                  <a:srgbClr val="3B6D11"/>
                </a:solidFill>
                <a:latin typeface="Segoe UI"/>
              </a:rPr>
              <a:t>A QUIÉN</a:t>
            </a:r>
            <a:r>
              <a:rPr sz="1013">
                <a:solidFill>
                  <a:srgbClr val="2F2F2F"/>
                </a:solidFill>
                <a:latin typeface="Segoe UI"/>
              </a:rPr>
              <a:t>. </a:t>
            </a:r>
            <a:br>
              <a:rPr lang="es-CO" sz="1013">
                <a:solidFill>
                  <a:srgbClr val="2F2F2F"/>
                </a:solidFill>
                <a:latin typeface="Segoe UI"/>
              </a:rPr>
            </a:br>
            <a:r>
              <a:rPr sz="1013" b="1" err="1">
                <a:solidFill>
                  <a:srgbClr val="2F2F2F"/>
                </a:solidFill>
                <a:latin typeface="Segoe UI"/>
              </a:rPr>
              <a:t>Ninguno</a:t>
            </a:r>
            <a:r>
              <a:rPr sz="1013" b="1">
                <a:solidFill>
                  <a:srgbClr val="2F2F2F"/>
                </a:solidFill>
                <a:latin typeface="Segoe UI"/>
              </a:rPr>
              <a:t> de 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los</a:t>
            </a:r>
            <a:r>
              <a:rPr sz="1013" b="1">
                <a:solidFill>
                  <a:srgbClr val="2F2F2F"/>
                </a:solidFill>
                <a:latin typeface="Segoe UI"/>
              </a:rPr>
              <a:t> dos 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modelos</a:t>
            </a:r>
            <a:r>
              <a:rPr sz="1013" b="1">
                <a:solidFill>
                  <a:srgbClr val="2F2F2F"/>
                </a:solidFill>
                <a:latin typeface="Segoe UI"/>
              </a:rPr>
              <a:t> solo basta: 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el</a:t>
            </a:r>
            <a:r>
              <a:rPr sz="1013" b="1">
                <a:solidFill>
                  <a:srgbClr val="2F2F2F"/>
                </a:solidFill>
                <a:latin typeface="Segoe UI"/>
              </a:rPr>
              <a:t> 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cruce</a:t>
            </a:r>
            <a:r>
              <a:rPr sz="1013" b="1">
                <a:solidFill>
                  <a:srgbClr val="2F2F2F"/>
                </a:solidFill>
                <a:latin typeface="Segoe UI"/>
              </a:rPr>
              <a:t> (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Contrato</a:t>
            </a:r>
            <a:r>
              <a:rPr sz="1013" b="1">
                <a:solidFill>
                  <a:srgbClr val="2F2F2F"/>
                </a:solidFill>
                <a:latin typeface="Segoe UI"/>
              </a:rPr>
              <a:t> 2) es </a:t>
            </a:r>
            <a:r>
              <a:rPr sz="1013" b="1" err="1">
                <a:solidFill>
                  <a:srgbClr val="2F2F2F"/>
                </a:solidFill>
                <a:latin typeface="Segoe UI"/>
              </a:rPr>
              <a:t>el</a:t>
            </a:r>
            <a:r>
              <a:rPr sz="1013" b="1">
                <a:solidFill>
                  <a:srgbClr val="2F2F2F"/>
                </a:solidFill>
                <a:latin typeface="Segoe UI"/>
              </a:rPr>
              <a:t> insight.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F91690-9699-6BDE-E0C6-EF94CCF1B3B4}"/>
              </a:ext>
            </a:extLst>
          </p:cNvPr>
          <p:cNvSpPr txBox="1"/>
          <p:nvPr/>
        </p:nvSpPr>
        <p:spPr>
          <a:xfrm>
            <a:off x="1208993" y="3348799"/>
            <a:ext cx="303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"/>
              <a:t>Propensión de compra</a:t>
            </a:r>
            <a:endParaRPr lang="es-ES" sz="7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15446A6-EC27-5DA5-83B0-62E4ACF51C84}"/>
              </a:ext>
            </a:extLst>
          </p:cNvPr>
          <p:cNvSpPr txBox="1"/>
          <p:nvPr/>
        </p:nvSpPr>
        <p:spPr>
          <a:xfrm>
            <a:off x="4937355" y="3354244"/>
            <a:ext cx="303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"/>
              <a:t>Propensión de compra</a:t>
            </a:r>
            <a:endParaRPr lang="es-ES" sz="70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BE6890-FD42-1AC0-CDB1-54223042CED7}"/>
              </a:ext>
            </a:extLst>
          </p:cNvPr>
          <p:cNvSpPr txBox="1"/>
          <p:nvPr/>
        </p:nvSpPr>
        <p:spPr>
          <a:xfrm rot="16200000">
            <a:off x="4003548" y="2479085"/>
            <a:ext cx="16947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"/>
              <a:t>Sesiones (C3)</a:t>
            </a:r>
            <a:endParaRPr lang="es-ES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4251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11480" y="146202"/>
            <a:ext cx="5486400" cy="1327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3" b="1">
                <a:solidFill>
                  <a:srgbClr val="8C8C8C"/>
                </a:solidFill>
                <a:latin typeface="Segoe UI"/>
              </a:rPr>
              <a:t>MODELADO  ·  DISEÑO DEL A/B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800600"/>
            <a:ext cx="8318754" cy="8229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11480" y="4841749"/>
            <a:ext cx="6172200" cy="103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5">
                <a:solidFill>
                  <a:srgbClr val="8C8C8C"/>
                </a:solidFill>
                <a:latin typeface="Segoe UI"/>
              </a:rPr>
              <a:t>REES46 Dataset  ·  Oct–Nov 2019  ·  14.5 GB  ·  87.6 M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4924"/>
            <a:ext cx="8298180" cy="357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25">
                <a:solidFill>
                  <a:srgbClr val="2F2F2F"/>
                </a:solidFill>
                <a:latin typeface="Segoe UI"/>
              </a:rPr>
              <a:t>¿Cómo mediríamos si el incentivo funciona?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8730"/>
            <a:ext cx="2434590" cy="126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1">
                <a:solidFill>
                  <a:srgbClr val="8C8C8C"/>
                </a:solidFill>
                <a:latin typeface="Segoe UI"/>
              </a:rPr>
              <a:t>PARÁMETROS DEL 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43050"/>
            <a:ext cx="243459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>
                <a:solidFill>
                  <a:srgbClr val="8C8C8C"/>
                </a:solidFill>
                <a:latin typeface="Segoe UI"/>
              </a:rPr>
              <a:t>Aleatorización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00784"/>
            <a:ext cx="2434590" cy="155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Por visitante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27098"/>
            <a:ext cx="2434590" cy="75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11480" y="1968246"/>
            <a:ext cx="243459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>
                <a:solidFill>
                  <a:srgbClr val="8C8C8C"/>
                </a:solidFill>
                <a:latin typeface="Segoe UI"/>
              </a:rPr>
              <a:t>Métrica primaria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25980"/>
            <a:ext cx="2434590" cy="155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Conversión por visitante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11146"/>
            <a:ext cx="2434590" cy="109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13">
                <a:solidFill>
                  <a:srgbClr val="8C8C8C"/>
                </a:solidFill>
                <a:latin typeface="Segoe UI"/>
              </a:rPr>
              <a:t>+ guardarraíl de margen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30602"/>
            <a:ext cx="2434590" cy="75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411480" y="2571750"/>
            <a:ext cx="243459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>
                <a:solidFill>
                  <a:srgbClr val="8C8C8C"/>
                </a:solidFill>
                <a:latin typeface="Segoe UI"/>
              </a:rPr>
              <a:t>MDE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29484"/>
            <a:ext cx="2434590" cy="155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+0.5 pp  (8.4% → 8.9%)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14650"/>
            <a:ext cx="2434590" cy="109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13">
                <a:solidFill>
                  <a:srgbClr val="8C8C8C"/>
                </a:solidFill>
                <a:latin typeface="Segoe UI"/>
              </a:rPr>
              <a:t>α = 0.05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34106"/>
            <a:ext cx="2434590" cy="75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411480" y="3175254"/>
            <a:ext cx="243459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>
                <a:solidFill>
                  <a:srgbClr val="8C8C8C"/>
                </a:solidFill>
                <a:latin typeface="Segoe UI"/>
              </a:rPr>
              <a:t>Tamaño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332988"/>
            <a:ext cx="2434590" cy="155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≈ 49,600 por brazo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518154"/>
            <a:ext cx="2434590" cy="109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13">
                <a:solidFill>
                  <a:srgbClr val="8C8C8C"/>
                </a:solidFill>
                <a:latin typeface="Segoe UI"/>
              </a:rPr>
              <a:t>≈ 99,200 en total · pocos días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6101" y="1268730"/>
            <a:ext cx="5623559" cy="126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1">
                <a:solidFill>
                  <a:srgbClr val="8C8C8C"/>
                </a:solidFill>
                <a:latin typeface="Segoe UI"/>
              </a:rPr>
              <a:t>FLUJO DEL EXPERIMENTO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86100" y="1611630"/>
            <a:ext cx="1179576" cy="788670"/>
          </a:xfrm>
          <a:prstGeom prst="roundRect">
            <a:avLst>
              <a:gd name="adj" fmla="val 4000"/>
            </a:avLst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3120390" y="1879008"/>
            <a:ext cx="1110996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Segoe UI"/>
              </a:rPr>
              <a:t>Segmento</a:t>
            </a:r>
          </a:p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Segoe U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5676" y="1882520"/>
            <a:ext cx="288036" cy="196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75">
                <a:solidFill>
                  <a:srgbClr val="8C8C8C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1611630"/>
            <a:ext cx="1179576" cy="7886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4588002" y="1879008"/>
            <a:ext cx="1110996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2F2F2F"/>
                </a:solidFill>
                <a:latin typeface="Segoe UI"/>
              </a:rPr>
              <a:t>Aleatorizar</a:t>
            </a:r>
          </a:p>
          <a:p>
            <a:pPr algn="ctr">
              <a:lnSpc>
                <a:spcPct val="100000"/>
              </a:lnSpc>
            </a:pPr>
            <a:r>
              <a:rPr sz="825" b="1">
                <a:solidFill>
                  <a:srgbClr val="2F2F2F"/>
                </a:solidFill>
                <a:latin typeface="Segoe UI"/>
              </a:rPr>
              <a:t>por visitante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3287" y="1882520"/>
            <a:ext cx="288036" cy="196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75">
                <a:solidFill>
                  <a:srgbClr val="8C8C8C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21323" y="1611630"/>
            <a:ext cx="1179576" cy="342900"/>
          </a:xfrm>
          <a:prstGeom prst="roundRect">
            <a:avLst>
              <a:gd name="adj" fmla="val 4000"/>
            </a:avLst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6055614" y="1719602"/>
            <a:ext cx="1110996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1">
                <a:solidFill>
                  <a:srgbClr val="2F2F2F"/>
                </a:solidFill>
                <a:latin typeface="Segoe UI"/>
              </a:rPr>
              <a:t>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21323" y="2057400"/>
            <a:ext cx="1179576" cy="342900"/>
          </a:xfrm>
          <a:prstGeom prst="roundRect">
            <a:avLst>
              <a:gd name="adj" fmla="val 4000"/>
            </a:avLst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6055614" y="2113434"/>
            <a:ext cx="11109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Tratamiento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(incentivo)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900" y="1882520"/>
            <a:ext cx="288036" cy="196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75">
                <a:solidFill>
                  <a:srgbClr val="8C8C8C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8936" y="1611630"/>
            <a:ext cx="1179576" cy="7886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7523226" y="1815529"/>
            <a:ext cx="1110996" cy="38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2F2F2F"/>
                </a:solidFill>
                <a:latin typeface="Segoe UI"/>
              </a:rPr>
              <a:t>Conversión /</a:t>
            </a:r>
          </a:p>
          <a:p>
            <a:pPr algn="ctr">
              <a:lnSpc>
                <a:spcPct val="100000"/>
              </a:lnSpc>
            </a:pPr>
            <a:r>
              <a:rPr sz="825" b="1">
                <a:solidFill>
                  <a:srgbClr val="2F2F2F"/>
                </a:solidFill>
                <a:latin typeface="Segoe UI"/>
              </a:rPr>
              <a:t>visitante</a:t>
            </a:r>
          </a:p>
          <a:p>
            <a:pPr algn="ctr">
              <a:lnSpc>
                <a:spcPct val="100000"/>
              </a:lnSpc>
            </a:pPr>
            <a:r>
              <a:rPr sz="825" b="1">
                <a:solidFill>
                  <a:srgbClr val="2F2F2F"/>
                </a:solidFill>
                <a:latin typeface="Segoe UI"/>
              </a:rPr>
              <a:t>+ guardarraíl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86101" y="2708910"/>
            <a:ext cx="5623559" cy="126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i="1">
                <a:solidFill>
                  <a:srgbClr val="8C8C8C"/>
                </a:solidFill>
                <a:latin typeface="Segoe UI"/>
              </a:rPr>
              <a:t>El experimento aleatoriza sobre TODO C3 para medir incrementalidad — no se filtra por score.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717036"/>
            <a:ext cx="8318754" cy="809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ounded Rectangle 37"/>
          <p:cNvSpPr/>
          <p:nvPr/>
        </p:nvSpPr>
        <p:spPr>
          <a:xfrm>
            <a:off x="425196" y="3758184"/>
            <a:ext cx="61722" cy="726948"/>
          </a:xfrm>
          <a:prstGeom prst="roundRect">
            <a:avLst>
              <a:gd name="adj" fmla="val 4000"/>
            </a:avLst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617219" y="3950105"/>
            <a:ext cx="8010144" cy="3431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013">
                <a:solidFill>
                  <a:srgbClr val="2F2F2F"/>
                </a:solidFill>
                <a:latin typeface="Segoe UI"/>
              </a:rPr>
              <a:t>Dato observacional → no hay variable de tratamiento, así que estimar uplift afirmaría causalidad no verificable. </a:t>
            </a:r>
            <a:r>
              <a:rPr sz="1013" b="1">
                <a:solidFill>
                  <a:srgbClr val="3B6D11"/>
                </a:solidFill>
                <a:latin typeface="Segoe UI"/>
              </a:rPr>
              <a:t>Lo honesto: entregamos el DISEÑO, no el uplift.</a:t>
            </a:r>
            <a:r>
              <a:rPr sz="1013">
                <a:solidFill>
                  <a:srgbClr val="2F2F2F"/>
                </a:solidFill>
                <a:latin typeface="Segoe UI"/>
              </a:rPr>
              <a:t>  El A/B genera los datos tratamiento/control con los que, en fase 2, sí se entrenaría un modelo de uplift.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comunicamos los hallazgos?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480560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DISEÑO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Exploratorio vs aclaratorio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es aclaratorio — para que el tomador de decisiones actúe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840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 propósito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03504" y="24140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1645920" y="2450592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792224" y="24140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2834640" y="2450592"/>
            <a:ext cx="91440" cy="91440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980944" y="24140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3840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Data-to-ink ratio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grillas ni ruido — solo lo que cuenta la historia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3840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3803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visual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contraste dirigen la mirada al insight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4663440" y="10789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4663440" y="1389888"/>
            <a:ext cx="91440" cy="91440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09744" y="1298448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Gold agregada — 12 CSV, no a 22.99 M filas crudas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663440" y="1737360"/>
            <a:ext cx="91440" cy="91440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09744" y="1645920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Power BI Service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663440" y="2084832"/>
            <a:ext cx="91440" cy="91440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09744" y="199339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páginas con narrativa secuencial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663440" y="2395728"/>
            <a:ext cx="41148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663440" y="24871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PÁGINAS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663440" y="2743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Inicio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4663440" y="31272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El problema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663440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Análisis por categoría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663440" y="38953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Detalle Electronics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729984" y="2743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Análisis de cliente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729984" y="31272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Contexto temporal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6729984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Cierre · Pregunta de Oro</a:t>
            </a:r>
            <a:endParaRPr lang="en-US" sz="1000"/>
          </a:p>
        </p:txBody>
      </p:sp>
      <p:sp>
        <p:nvSpPr>
          <p:cNvPr id="39" name="Shape 37">
            <a:hlinkClick r:id="rId3"/>
          </p:cNvPr>
          <p:cNvSpPr/>
          <p:nvPr/>
        </p:nvSpPr>
        <p:spPr>
          <a:xfrm>
            <a:off x="457200" y="4352544"/>
            <a:ext cx="8321040" cy="420624"/>
          </a:xfrm>
          <a:prstGeom prst="roundRect">
            <a:avLst>
              <a:gd name="adj" fmla="val 1739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4008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85800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tablero →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Pregunta de Oro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321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95097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640080" y="131673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fuga se concentra en </a:t>
            </a:r>
            <a:r>
              <a:rPr lang="en-US" sz="1200" b="1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76.9 % del revenue, 52 % del abandono. El segmento de mayor oportunidad es </a:t>
            </a:r>
            <a:r>
              <a:rPr lang="en-US" sz="1200" b="1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electrónica gama media</a:t>
            </a: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29.3 % del tráfico, conv. 8.4 %. El 91.6 % de C3 no compra.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13308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864" cy="186537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58368" y="2249424"/>
            <a:ext cx="347472" cy="34747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115568" y="228600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carritos Electronics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04672" y="2651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inmediato en pantalla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58368" y="3090672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04672" y="299923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 7–11h — pico 9h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58368" y="3438144"/>
            <a:ext cx="91440" cy="914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04672" y="334670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y Apple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864608" y="2139696"/>
            <a:ext cx="413308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864608" y="2148840"/>
            <a:ext cx="54864" cy="186537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065776" y="2249424"/>
            <a:ext cx="347472" cy="34747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65776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522976" y="228600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al núcleo recurrente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065776" y="2743200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212080" y="2651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de recompra a 24–72h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065776" y="3090672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212080" y="299923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categoría — 84.4 % repite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065776" y="3438144"/>
            <a:ext cx="91440" cy="914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212080" y="334670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5× mayor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40080" y="4187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A/B TEST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640080" y="43708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estimamos causalidad — diseñamos el experimento que la mediría.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760720" y="43159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C3  ·  carrito activo en Electronics  ·  H₁ &gt; H₀ en 0.5 pp  ·  α = 0.05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Y ANALÍTICA  ·  EAFIT  ·  JUNIO 2026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GRUPO 8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4800"/>
          </a:p>
        </p:txBody>
      </p:sp>
      <p:sp>
        <p:nvSpPr>
          <p:cNvPr id="6" name="Shape 4"/>
          <p:cNvSpPr/>
          <p:nvPr/>
        </p:nvSpPr>
        <p:spPr>
          <a:xfrm>
            <a:off x="3931920" y="2816352"/>
            <a:ext cx="1280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Enriquez  ·  Sara Martinez  ·  Heider Zapata ·  Yeison Londoño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Dataset  ·  Oct–Nov 2019  ·  14.5 GB  ·  87.6 M eventos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1C0E1820ADD34EA7A4A874644FFD74" ma:contentTypeVersion="3" ma:contentTypeDescription="Crear nuevo documento." ma:contentTypeScope="" ma:versionID="ec46f4c2ac3f4ef5c9e705dca3266eb2">
  <xsd:schema xmlns:xsd="http://www.w3.org/2001/XMLSchema" xmlns:xs="http://www.w3.org/2001/XMLSchema" xmlns:p="http://schemas.microsoft.com/office/2006/metadata/properties" xmlns:ns2="96699afd-8a55-4c0a-ab47-fc3f6e527bdf" targetNamespace="http://schemas.microsoft.com/office/2006/metadata/properties" ma:root="true" ma:fieldsID="3b38f9939a45e426bed479a2cee8173c" ns2:_="">
    <xsd:import namespace="96699afd-8a55-4c0a-ab47-fc3f6e527b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699afd-8a55-4c0a-ab47-fc3f6e527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ADC425-1A23-4559-BA84-79929474A8F9}"/>
</file>

<file path=customXml/itemProps2.xml><?xml version="1.0" encoding="utf-8"?>
<ds:datastoreItem xmlns:ds="http://schemas.openxmlformats.org/officeDocument/2006/customXml" ds:itemID="{C67E1FCF-7CCE-4569-A490-6368AD9DD53E}"/>
</file>

<file path=customXml/itemProps3.xml><?xml version="1.0" encoding="utf-8"?>
<ds:datastoreItem xmlns:ds="http://schemas.openxmlformats.org/officeDocument/2006/customXml" ds:itemID="{7AE53934-D814-49E5-961B-12F877981AD8}"/>
</file>

<file path=docMetadata/LabelInfo.xml><?xml version="1.0" encoding="utf-8"?>
<clbl:labelList xmlns:clbl="http://schemas.microsoft.com/office/2020/mipLabelMetadata">
  <clbl:label id="{1928502c-fb87-4df2-b484-8111cd6f910b}" enabled="1" method="Standard" siteId="{faa44fd9-dabe-4064-a6bb-59608ea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Conversión en E-commerce — PI Grupo 8</dc:title>
  <dc:subject>PptxGenJS Presentation</dc:subject>
  <dc:creator>Grupo 8 — EAFIT MCD 2026</dc:creator>
  <cp:revision>1</cp:revision>
  <dcterms:created xsi:type="dcterms:W3CDTF">2026-06-09T21:50:13Z</dcterms:created>
  <dcterms:modified xsi:type="dcterms:W3CDTF">2026-06-09T22:43:10Z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0x0101006A1C0E1820ADD34EA7A4A874644FFD74</vt:lpwstr>
  </property>
</Properties>
</file>